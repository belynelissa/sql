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lyne Lissa" userId="1dc48414bdff1ba0" providerId="LiveId" clId="{CDB71581-2CA7-4727-B6E1-7C69AA175D52}"/>
    <pc:docChg chg="undo custSel addSld delSld modSld">
      <pc:chgData name="Belyne Lissa" userId="1dc48414bdff1ba0" providerId="LiveId" clId="{CDB71581-2CA7-4727-B6E1-7C69AA175D52}" dt="2025-07-30T13:53:15.946" v="8697" actId="14100"/>
      <pc:docMkLst>
        <pc:docMk/>
      </pc:docMkLst>
      <pc:sldChg chg="addSp delSp modSp new mod">
        <pc:chgData name="Belyne Lissa" userId="1dc48414bdff1ba0" providerId="LiveId" clId="{CDB71581-2CA7-4727-B6E1-7C69AA175D52}" dt="2025-07-23T14:17:02.665" v="23" actId="255"/>
        <pc:sldMkLst>
          <pc:docMk/>
          <pc:sldMk cId="3201991178" sldId="260"/>
        </pc:sldMkLst>
        <pc:spChg chg="add mod">
          <ac:chgData name="Belyne Lissa" userId="1dc48414bdff1ba0" providerId="LiveId" clId="{CDB71581-2CA7-4727-B6E1-7C69AA175D52}" dt="2025-07-23T14:17:02.665" v="23" actId="255"/>
          <ac:spMkLst>
            <pc:docMk/>
            <pc:sldMk cId="3201991178" sldId="260"/>
            <ac:spMk id="4" creationId="{73FBB973-1FB8-96D8-18B8-9DDD9E73FBE4}"/>
          </ac:spMkLst>
        </pc:spChg>
      </pc:sldChg>
      <pc:sldChg chg="addSp delSp modSp new mod">
        <pc:chgData name="Belyne Lissa" userId="1dc48414bdff1ba0" providerId="LiveId" clId="{CDB71581-2CA7-4727-B6E1-7C69AA175D52}" dt="2025-07-30T12:14:59.478" v="7096" actId="113"/>
        <pc:sldMkLst>
          <pc:docMk/>
          <pc:sldMk cId="4001705966" sldId="261"/>
        </pc:sldMkLst>
        <pc:spChg chg="add mod">
          <ac:chgData name="Belyne Lissa" userId="1dc48414bdff1ba0" providerId="LiveId" clId="{CDB71581-2CA7-4727-B6E1-7C69AA175D52}" dt="2025-07-30T12:14:59.478" v="7096" actId="113"/>
          <ac:spMkLst>
            <pc:docMk/>
            <pc:sldMk cId="4001705966" sldId="261"/>
            <ac:spMk id="5" creationId="{8C91AB55-EA8C-ABC0-FED2-086C59167282}"/>
          </ac:spMkLst>
        </pc:spChg>
      </pc:sldChg>
      <pc:sldChg chg="modSp new mod">
        <pc:chgData name="Belyne Lissa" userId="1dc48414bdff1ba0" providerId="LiveId" clId="{CDB71581-2CA7-4727-B6E1-7C69AA175D52}" dt="2025-07-30T12:15:06.179" v="7097" actId="113"/>
        <pc:sldMkLst>
          <pc:docMk/>
          <pc:sldMk cId="2083334143" sldId="262"/>
        </pc:sldMkLst>
        <pc:spChg chg="mod">
          <ac:chgData name="Belyne Lissa" userId="1dc48414bdff1ba0" providerId="LiveId" clId="{CDB71581-2CA7-4727-B6E1-7C69AA175D52}" dt="2025-07-28T19:41:29.997" v="881" actId="20577"/>
          <ac:spMkLst>
            <pc:docMk/>
            <pc:sldMk cId="2083334143" sldId="262"/>
            <ac:spMk id="2" creationId="{7AE4621D-6309-981A-116D-ED1498A3729D}"/>
          </ac:spMkLst>
        </pc:spChg>
        <pc:spChg chg="mod">
          <ac:chgData name="Belyne Lissa" userId="1dc48414bdff1ba0" providerId="LiveId" clId="{CDB71581-2CA7-4727-B6E1-7C69AA175D52}" dt="2025-07-30T12:15:06.179" v="7097" actId="113"/>
          <ac:spMkLst>
            <pc:docMk/>
            <pc:sldMk cId="2083334143" sldId="262"/>
            <ac:spMk id="3" creationId="{106965EB-FDC9-4355-5BEB-689E20984461}"/>
          </ac:spMkLst>
        </pc:spChg>
      </pc:sldChg>
      <pc:sldChg chg="delSp modSp new del mod">
        <pc:chgData name="Belyne Lissa" userId="1dc48414bdff1ba0" providerId="LiveId" clId="{CDB71581-2CA7-4727-B6E1-7C69AA175D52}" dt="2025-07-28T19:19:37.993" v="364" actId="2696"/>
        <pc:sldMkLst>
          <pc:docMk/>
          <pc:sldMk cId="2574214603" sldId="262"/>
        </pc:sldMkLst>
      </pc:sldChg>
      <pc:sldChg chg="modSp new mod">
        <pc:chgData name="Belyne Lissa" userId="1dc48414bdff1ba0" providerId="LiveId" clId="{CDB71581-2CA7-4727-B6E1-7C69AA175D52}" dt="2025-07-30T12:15:46.338" v="7102" actId="113"/>
        <pc:sldMkLst>
          <pc:docMk/>
          <pc:sldMk cId="1527077245" sldId="263"/>
        </pc:sldMkLst>
        <pc:spChg chg="mod">
          <ac:chgData name="Belyne Lissa" userId="1dc48414bdff1ba0" providerId="LiveId" clId="{CDB71581-2CA7-4727-B6E1-7C69AA175D52}" dt="2025-07-28T19:41:34.980" v="888" actId="20577"/>
          <ac:spMkLst>
            <pc:docMk/>
            <pc:sldMk cId="1527077245" sldId="263"/>
            <ac:spMk id="2" creationId="{65DFC953-0ED0-0284-0D14-354A5DF4B6CA}"/>
          </ac:spMkLst>
        </pc:spChg>
        <pc:spChg chg="mod">
          <ac:chgData name="Belyne Lissa" userId="1dc48414bdff1ba0" providerId="LiveId" clId="{CDB71581-2CA7-4727-B6E1-7C69AA175D52}" dt="2025-07-30T12:15:46.338" v="7102" actId="113"/>
          <ac:spMkLst>
            <pc:docMk/>
            <pc:sldMk cId="1527077245" sldId="263"/>
            <ac:spMk id="3" creationId="{3978F692-4E37-CFBD-0EE6-33A7B0AC8B3E}"/>
          </ac:spMkLst>
        </pc:spChg>
      </pc:sldChg>
      <pc:sldChg chg="modSp new mod">
        <pc:chgData name="Belyne Lissa" userId="1dc48414bdff1ba0" providerId="LiveId" clId="{CDB71581-2CA7-4727-B6E1-7C69AA175D52}" dt="2025-07-30T12:16:16.564" v="7108" actId="113"/>
        <pc:sldMkLst>
          <pc:docMk/>
          <pc:sldMk cId="2725351691" sldId="264"/>
        </pc:sldMkLst>
        <pc:spChg chg="mod">
          <ac:chgData name="Belyne Lissa" userId="1dc48414bdff1ba0" providerId="LiveId" clId="{CDB71581-2CA7-4727-B6E1-7C69AA175D52}" dt="2025-07-28T19:42:55.978" v="925" actId="20577"/>
          <ac:spMkLst>
            <pc:docMk/>
            <pc:sldMk cId="2725351691" sldId="264"/>
            <ac:spMk id="2" creationId="{3BAAA50C-E7F1-E33C-572D-CC2B6DC5DC2A}"/>
          </ac:spMkLst>
        </pc:spChg>
        <pc:spChg chg="mod">
          <ac:chgData name="Belyne Lissa" userId="1dc48414bdff1ba0" providerId="LiveId" clId="{CDB71581-2CA7-4727-B6E1-7C69AA175D52}" dt="2025-07-30T12:16:16.564" v="7108" actId="113"/>
          <ac:spMkLst>
            <pc:docMk/>
            <pc:sldMk cId="2725351691" sldId="264"/>
            <ac:spMk id="3" creationId="{AFAB96C6-8ACD-EF90-18ED-5A31FED409DE}"/>
          </ac:spMkLst>
        </pc:spChg>
      </pc:sldChg>
      <pc:sldChg chg="modSp new mod">
        <pc:chgData name="Belyne Lissa" userId="1dc48414bdff1ba0" providerId="LiveId" clId="{CDB71581-2CA7-4727-B6E1-7C69AA175D52}" dt="2025-07-30T12:16:48.726" v="7117" actId="113"/>
        <pc:sldMkLst>
          <pc:docMk/>
          <pc:sldMk cId="485105782" sldId="265"/>
        </pc:sldMkLst>
        <pc:spChg chg="mod">
          <ac:chgData name="Belyne Lissa" userId="1dc48414bdff1ba0" providerId="LiveId" clId="{CDB71581-2CA7-4727-B6E1-7C69AA175D52}" dt="2025-07-28T19:51:21.095" v="1210" actId="20577"/>
          <ac:spMkLst>
            <pc:docMk/>
            <pc:sldMk cId="485105782" sldId="265"/>
            <ac:spMk id="2" creationId="{B813D22B-25AA-907F-DABF-894363EF4534}"/>
          </ac:spMkLst>
        </pc:spChg>
        <pc:spChg chg="mod">
          <ac:chgData name="Belyne Lissa" userId="1dc48414bdff1ba0" providerId="LiveId" clId="{CDB71581-2CA7-4727-B6E1-7C69AA175D52}" dt="2025-07-30T12:16:48.726" v="7117" actId="113"/>
          <ac:spMkLst>
            <pc:docMk/>
            <pc:sldMk cId="485105782" sldId="265"/>
            <ac:spMk id="3" creationId="{61D134E5-E9C3-82E3-1CB2-8DFAFF6197B7}"/>
          </ac:spMkLst>
        </pc:spChg>
      </pc:sldChg>
      <pc:sldChg chg="modSp new mod">
        <pc:chgData name="Belyne Lissa" userId="1dc48414bdff1ba0" providerId="LiveId" clId="{CDB71581-2CA7-4727-B6E1-7C69AA175D52}" dt="2025-07-30T12:16:55.958" v="7118" actId="113"/>
        <pc:sldMkLst>
          <pc:docMk/>
          <pc:sldMk cId="1974854003" sldId="266"/>
        </pc:sldMkLst>
        <pc:spChg chg="mod">
          <ac:chgData name="Belyne Lissa" userId="1dc48414bdff1ba0" providerId="LiveId" clId="{CDB71581-2CA7-4727-B6E1-7C69AA175D52}" dt="2025-07-29T12:51:02.960" v="1599" actId="20577"/>
          <ac:spMkLst>
            <pc:docMk/>
            <pc:sldMk cId="1974854003" sldId="266"/>
            <ac:spMk id="2" creationId="{A43CC1BF-6A4D-76C1-5642-75DA534591BD}"/>
          </ac:spMkLst>
        </pc:spChg>
        <pc:spChg chg="mod">
          <ac:chgData name="Belyne Lissa" userId="1dc48414bdff1ba0" providerId="LiveId" clId="{CDB71581-2CA7-4727-B6E1-7C69AA175D52}" dt="2025-07-30T12:16:55.958" v="7118" actId="113"/>
          <ac:spMkLst>
            <pc:docMk/>
            <pc:sldMk cId="1974854003" sldId="266"/>
            <ac:spMk id="3" creationId="{653373E0-B226-F44C-74DF-6AFA971EC305}"/>
          </ac:spMkLst>
        </pc:spChg>
      </pc:sldChg>
      <pc:sldChg chg="modSp new mod">
        <pc:chgData name="Belyne Lissa" userId="1dc48414bdff1ba0" providerId="LiveId" clId="{CDB71581-2CA7-4727-B6E1-7C69AA175D52}" dt="2025-07-30T12:17:26.667" v="7122" actId="113"/>
        <pc:sldMkLst>
          <pc:docMk/>
          <pc:sldMk cId="2939436975" sldId="267"/>
        </pc:sldMkLst>
        <pc:spChg chg="mod">
          <ac:chgData name="Belyne Lissa" userId="1dc48414bdff1ba0" providerId="LiveId" clId="{CDB71581-2CA7-4727-B6E1-7C69AA175D52}" dt="2025-07-28T19:59:24.695" v="1492" actId="20577"/>
          <ac:spMkLst>
            <pc:docMk/>
            <pc:sldMk cId="2939436975" sldId="267"/>
            <ac:spMk id="2" creationId="{E1678516-82CB-A712-BD92-1A78FC1A06C3}"/>
          </ac:spMkLst>
        </pc:spChg>
        <pc:spChg chg="mod">
          <ac:chgData name="Belyne Lissa" userId="1dc48414bdff1ba0" providerId="LiveId" clId="{CDB71581-2CA7-4727-B6E1-7C69AA175D52}" dt="2025-07-30T12:17:26.667" v="7122" actId="113"/>
          <ac:spMkLst>
            <pc:docMk/>
            <pc:sldMk cId="2939436975" sldId="267"/>
            <ac:spMk id="3" creationId="{D0878E22-FD30-62EB-9CFB-386DBBA6BD26}"/>
          </ac:spMkLst>
        </pc:spChg>
      </pc:sldChg>
      <pc:sldChg chg="modSp new mod">
        <pc:chgData name="Belyne Lissa" userId="1dc48414bdff1ba0" providerId="LiveId" clId="{CDB71581-2CA7-4727-B6E1-7C69AA175D52}" dt="2025-07-30T12:17:43.068" v="7125" actId="113"/>
        <pc:sldMkLst>
          <pc:docMk/>
          <pc:sldMk cId="3811457153" sldId="268"/>
        </pc:sldMkLst>
        <pc:spChg chg="mod">
          <ac:chgData name="Belyne Lissa" userId="1dc48414bdff1ba0" providerId="LiveId" clId="{CDB71581-2CA7-4727-B6E1-7C69AA175D52}" dt="2025-07-30T09:30:50.945" v="1879" actId="2711"/>
          <ac:spMkLst>
            <pc:docMk/>
            <pc:sldMk cId="3811457153" sldId="268"/>
            <ac:spMk id="2" creationId="{923565BA-3A11-2575-B0EF-A66BC1AAE32F}"/>
          </ac:spMkLst>
        </pc:spChg>
        <pc:spChg chg="mod">
          <ac:chgData name="Belyne Lissa" userId="1dc48414bdff1ba0" providerId="LiveId" clId="{CDB71581-2CA7-4727-B6E1-7C69AA175D52}" dt="2025-07-30T12:17:43.068" v="7125" actId="113"/>
          <ac:spMkLst>
            <pc:docMk/>
            <pc:sldMk cId="3811457153" sldId="268"/>
            <ac:spMk id="3" creationId="{5494ABE5-EE02-814A-8892-BCE5EDEF3B92}"/>
          </ac:spMkLst>
        </pc:spChg>
      </pc:sldChg>
      <pc:sldChg chg="modSp new mod">
        <pc:chgData name="Belyne Lissa" userId="1dc48414bdff1ba0" providerId="LiveId" clId="{CDB71581-2CA7-4727-B6E1-7C69AA175D52}" dt="2025-07-30T12:18:07.701" v="7129" actId="113"/>
        <pc:sldMkLst>
          <pc:docMk/>
          <pc:sldMk cId="1546209795" sldId="269"/>
        </pc:sldMkLst>
        <pc:spChg chg="mod">
          <ac:chgData name="Belyne Lissa" userId="1dc48414bdff1ba0" providerId="LiveId" clId="{CDB71581-2CA7-4727-B6E1-7C69AA175D52}" dt="2025-07-30T09:29:46.057" v="1868" actId="14100"/>
          <ac:spMkLst>
            <pc:docMk/>
            <pc:sldMk cId="1546209795" sldId="269"/>
            <ac:spMk id="2" creationId="{3C91465C-533E-A0E3-407C-67C0ADE9B603}"/>
          </ac:spMkLst>
        </pc:spChg>
        <pc:spChg chg="mod">
          <ac:chgData name="Belyne Lissa" userId="1dc48414bdff1ba0" providerId="LiveId" clId="{CDB71581-2CA7-4727-B6E1-7C69AA175D52}" dt="2025-07-30T12:18:07.701" v="7129" actId="113"/>
          <ac:spMkLst>
            <pc:docMk/>
            <pc:sldMk cId="1546209795" sldId="269"/>
            <ac:spMk id="3" creationId="{3C7833B4-CB8D-C31D-9D35-0619E4266F50}"/>
          </ac:spMkLst>
        </pc:spChg>
      </pc:sldChg>
      <pc:sldChg chg="modSp new mod">
        <pc:chgData name="Belyne Lissa" userId="1dc48414bdff1ba0" providerId="LiveId" clId="{CDB71581-2CA7-4727-B6E1-7C69AA175D52}" dt="2025-07-30T12:18:31.256" v="7134" actId="113"/>
        <pc:sldMkLst>
          <pc:docMk/>
          <pc:sldMk cId="314708905" sldId="270"/>
        </pc:sldMkLst>
        <pc:spChg chg="mod">
          <ac:chgData name="Belyne Lissa" userId="1dc48414bdff1ba0" providerId="LiveId" clId="{CDB71581-2CA7-4727-B6E1-7C69AA175D52}" dt="2025-07-30T09:36:31.458" v="2041" actId="27636"/>
          <ac:spMkLst>
            <pc:docMk/>
            <pc:sldMk cId="314708905" sldId="270"/>
            <ac:spMk id="2" creationId="{29A07C93-05D1-F45A-15C2-378827608B3C}"/>
          </ac:spMkLst>
        </pc:spChg>
        <pc:spChg chg="mod">
          <ac:chgData name="Belyne Lissa" userId="1dc48414bdff1ba0" providerId="LiveId" clId="{CDB71581-2CA7-4727-B6E1-7C69AA175D52}" dt="2025-07-30T12:18:31.256" v="7134" actId="113"/>
          <ac:spMkLst>
            <pc:docMk/>
            <pc:sldMk cId="314708905" sldId="270"/>
            <ac:spMk id="3" creationId="{0FB72D1B-B28F-2A93-EB1F-66E8D715F8D0}"/>
          </ac:spMkLst>
        </pc:spChg>
      </pc:sldChg>
      <pc:sldChg chg="modSp new mod">
        <pc:chgData name="Belyne Lissa" userId="1dc48414bdff1ba0" providerId="LiveId" clId="{CDB71581-2CA7-4727-B6E1-7C69AA175D52}" dt="2025-07-30T12:19:06.307" v="7138" actId="2711"/>
        <pc:sldMkLst>
          <pc:docMk/>
          <pc:sldMk cId="3643660401" sldId="271"/>
        </pc:sldMkLst>
        <pc:spChg chg="mod">
          <ac:chgData name="Belyne Lissa" userId="1dc48414bdff1ba0" providerId="LiveId" clId="{CDB71581-2CA7-4727-B6E1-7C69AA175D52}" dt="2025-07-30T09:44:00.756" v="2228" actId="14100"/>
          <ac:spMkLst>
            <pc:docMk/>
            <pc:sldMk cId="3643660401" sldId="271"/>
            <ac:spMk id="2" creationId="{F5FBCE55-46BA-C815-6969-33549868FD7F}"/>
          </ac:spMkLst>
        </pc:spChg>
        <pc:spChg chg="mod">
          <ac:chgData name="Belyne Lissa" userId="1dc48414bdff1ba0" providerId="LiveId" clId="{CDB71581-2CA7-4727-B6E1-7C69AA175D52}" dt="2025-07-30T12:19:06.307" v="7138" actId="2711"/>
          <ac:spMkLst>
            <pc:docMk/>
            <pc:sldMk cId="3643660401" sldId="271"/>
            <ac:spMk id="3" creationId="{6BB9C5DC-7935-25A7-1AAE-987218C430AE}"/>
          </ac:spMkLst>
        </pc:spChg>
      </pc:sldChg>
      <pc:sldChg chg="modSp new mod">
        <pc:chgData name="Belyne Lissa" userId="1dc48414bdff1ba0" providerId="LiveId" clId="{CDB71581-2CA7-4727-B6E1-7C69AA175D52}" dt="2025-07-30T12:19:36.329" v="7143" actId="113"/>
        <pc:sldMkLst>
          <pc:docMk/>
          <pc:sldMk cId="3143036210" sldId="272"/>
        </pc:sldMkLst>
        <pc:spChg chg="mod">
          <ac:chgData name="Belyne Lissa" userId="1dc48414bdff1ba0" providerId="LiveId" clId="{CDB71581-2CA7-4727-B6E1-7C69AA175D52}" dt="2025-07-30T09:44:48.562" v="2261" actId="20577"/>
          <ac:spMkLst>
            <pc:docMk/>
            <pc:sldMk cId="3143036210" sldId="272"/>
            <ac:spMk id="2" creationId="{EB5038DD-D5DC-601E-D700-89648256C821}"/>
          </ac:spMkLst>
        </pc:spChg>
        <pc:spChg chg="mod">
          <ac:chgData name="Belyne Lissa" userId="1dc48414bdff1ba0" providerId="LiveId" clId="{CDB71581-2CA7-4727-B6E1-7C69AA175D52}" dt="2025-07-30T12:19:36.329" v="7143" actId="113"/>
          <ac:spMkLst>
            <pc:docMk/>
            <pc:sldMk cId="3143036210" sldId="272"/>
            <ac:spMk id="3" creationId="{FF87524A-EECF-E921-B577-514C3FA70251}"/>
          </ac:spMkLst>
        </pc:spChg>
      </pc:sldChg>
      <pc:sldChg chg="modSp new mod">
        <pc:chgData name="Belyne Lissa" userId="1dc48414bdff1ba0" providerId="LiveId" clId="{CDB71581-2CA7-4727-B6E1-7C69AA175D52}" dt="2025-07-30T12:20:19.144" v="7150" actId="113"/>
        <pc:sldMkLst>
          <pc:docMk/>
          <pc:sldMk cId="659997887" sldId="273"/>
        </pc:sldMkLst>
        <pc:spChg chg="mod">
          <ac:chgData name="Belyne Lissa" userId="1dc48414bdff1ba0" providerId="LiveId" clId="{CDB71581-2CA7-4727-B6E1-7C69AA175D52}" dt="2025-07-30T09:49:36.750" v="2409" actId="20577"/>
          <ac:spMkLst>
            <pc:docMk/>
            <pc:sldMk cId="659997887" sldId="273"/>
            <ac:spMk id="2" creationId="{06749B37-39FB-01CE-A24E-84FC36E1DD04}"/>
          </ac:spMkLst>
        </pc:spChg>
        <pc:spChg chg="mod">
          <ac:chgData name="Belyne Lissa" userId="1dc48414bdff1ba0" providerId="LiveId" clId="{CDB71581-2CA7-4727-B6E1-7C69AA175D52}" dt="2025-07-30T12:20:19.144" v="7150" actId="113"/>
          <ac:spMkLst>
            <pc:docMk/>
            <pc:sldMk cId="659997887" sldId="273"/>
            <ac:spMk id="3" creationId="{25ED61B7-B8E1-B140-4E5D-663221714549}"/>
          </ac:spMkLst>
        </pc:spChg>
      </pc:sldChg>
      <pc:sldChg chg="modSp new mod">
        <pc:chgData name="Belyne Lissa" userId="1dc48414bdff1ba0" providerId="LiveId" clId="{CDB71581-2CA7-4727-B6E1-7C69AA175D52}" dt="2025-07-30T12:20:58.334" v="7158" actId="113"/>
        <pc:sldMkLst>
          <pc:docMk/>
          <pc:sldMk cId="3355773019" sldId="274"/>
        </pc:sldMkLst>
        <pc:spChg chg="mod">
          <ac:chgData name="Belyne Lissa" userId="1dc48414bdff1ba0" providerId="LiveId" clId="{CDB71581-2CA7-4727-B6E1-7C69AA175D52}" dt="2025-07-30T10:02:19.074" v="2944" actId="1076"/>
          <ac:spMkLst>
            <pc:docMk/>
            <pc:sldMk cId="3355773019" sldId="274"/>
            <ac:spMk id="2" creationId="{3B528F9E-80A9-F70A-7F4E-4CB7E48AE038}"/>
          </ac:spMkLst>
        </pc:spChg>
        <pc:spChg chg="mod">
          <ac:chgData name="Belyne Lissa" userId="1dc48414bdff1ba0" providerId="LiveId" clId="{CDB71581-2CA7-4727-B6E1-7C69AA175D52}" dt="2025-07-30T12:20:58.334" v="7158" actId="113"/>
          <ac:spMkLst>
            <pc:docMk/>
            <pc:sldMk cId="3355773019" sldId="274"/>
            <ac:spMk id="3" creationId="{A8F0B2BB-79F3-6552-BC4C-AB539651C560}"/>
          </ac:spMkLst>
        </pc:spChg>
      </pc:sldChg>
      <pc:sldChg chg="modSp new mod">
        <pc:chgData name="Belyne Lissa" userId="1dc48414bdff1ba0" providerId="LiveId" clId="{CDB71581-2CA7-4727-B6E1-7C69AA175D52}" dt="2025-07-30T12:21:14.813" v="7161" actId="113"/>
        <pc:sldMkLst>
          <pc:docMk/>
          <pc:sldMk cId="66013028" sldId="275"/>
        </pc:sldMkLst>
        <pc:spChg chg="mod">
          <ac:chgData name="Belyne Lissa" userId="1dc48414bdff1ba0" providerId="LiveId" clId="{CDB71581-2CA7-4727-B6E1-7C69AA175D52}" dt="2025-07-30T10:12:20.932" v="3119" actId="20577"/>
          <ac:spMkLst>
            <pc:docMk/>
            <pc:sldMk cId="66013028" sldId="275"/>
            <ac:spMk id="2" creationId="{DB3C1A27-821C-D6B9-0095-CDDB2158F6E6}"/>
          </ac:spMkLst>
        </pc:spChg>
        <pc:spChg chg="mod">
          <ac:chgData name="Belyne Lissa" userId="1dc48414bdff1ba0" providerId="LiveId" clId="{CDB71581-2CA7-4727-B6E1-7C69AA175D52}" dt="2025-07-30T12:21:14.813" v="7161" actId="113"/>
          <ac:spMkLst>
            <pc:docMk/>
            <pc:sldMk cId="66013028" sldId="275"/>
            <ac:spMk id="3" creationId="{AF4D9A60-C7AF-D393-9B08-EB10F30CBA0D}"/>
          </ac:spMkLst>
        </pc:spChg>
      </pc:sldChg>
      <pc:sldChg chg="addSp delSp modSp new mod">
        <pc:chgData name="Belyne Lissa" userId="1dc48414bdff1ba0" providerId="LiveId" clId="{CDB71581-2CA7-4727-B6E1-7C69AA175D52}" dt="2025-07-30T12:21:41.055" v="7166" actId="113"/>
        <pc:sldMkLst>
          <pc:docMk/>
          <pc:sldMk cId="114394789" sldId="276"/>
        </pc:sldMkLst>
        <pc:spChg chg="mod">
          <ac:chgData name="Belyne Lissa" userId="1dc48414bdff1ba0" providerId="LiveId" clId="{CDB71581-2CA7-4727-B6E1-7C69AA175D52}" dt="2025-07-30T10:17:20.224" v="3297" actId="1076"/>
          <ac:spMkLst>
            <pc:docMk/>
            <pc:sldMk cId="114394789" sldId="276"/>
            <ac:spMk id="2" creationId="{1696A7B3-BEED-522A-82AE-F6908899248D}"/>
          </ac:spMkLst>
        </pc:spChg>
        <pc:spChg chg="add del mod">
          <ac:chgData name="Belyne Lissa" userId="1dc48414bdff1ba0" providerId="LiveId" clId="{CDB71581-2CA7-4727-B6E1-7C69AA175D52}" dt="2025-07-30T12:21:41.055" v="7166" actId="113"/>
          <ac:spMkLst>
            <pc:docMk/>
            <pc:sldMk cId="114394789" sldId="276"/>
            <ac:spMk id="3" creationId="{8C752817-FA59-4F58-06E0-397DDBC93BFD}"/>
          </ac:spMkLst>
        </pc:spChg>
        <pc:spChg chg="add del">
          <ac:chgData name="Belyne Lissa" userId="1dc48414bdff1ba0" providerId="LiveId" clId="{CDB71581-2CA7-4727-B6E1-7C69AA175D52}" dt="2025-07-30T10:14:56.099" v="3210" actId="21"/>
          <ac:spMkLst>
            <pc:docMk/>
            <pc:sldMk cId="114394789" sldId="276"/>
            <ac:spMk id="4" creationId="{409613C1-0598-1066-A6D7-F5B259717627}"/>
          </ac:spMkLst>
        </pc:spChg>
        <pc:spChg chg="add mod">
          <ac:chgData name="Belyne Lissa" userId="1dc48414bdff1ba0" providerId="LiveId" clId="{CDB71581-2CA7-4727-B6E1-7C69AA175D52}" dt="2025-07-30T10:14:49.429" v="3209" actId="21"/>
          <ac:spMkLst>
            <pc:docMk/>
            <pc:sldMk cId="114394789" sldId="276"/>
            <ac:spMk id="5" creationId="{209F891D-1392-FE19-8AE2-5ED687F8A3A9}"/>
          </ac:spMkLst>
        </pc:spChg>
      </pc:sldChg>
      <pc:sldChg chg="modSp new mod">
        <pc:chgData name="Belyne Lissa" userId="1dc48414bdff1ba0" providerId="LiveId" clId="{CDB71581-2CA7-4727-B6E1-7C69AA175D52}" dt="2025-07-30T12:22:18.324" v="7174" actId="113"/>
        <pc:sldMkLst>
          <pc:docMk/>
          <pc:sldMk cId="547350371" sldId="277"/>
        </pc:sldMkLst>
        <pc:spChg chg="mod">
          <ac:chgData name="Belyne Lissa" userId="1dc48414bdff1ba0" providerId="LiveId" clId="{CDB71581-2CA7-4727-B6E1-7C69AA175D52}" dt="2025-07-30T10:28:51.833" v="3611" actId="1076"/>
          <ac:spMkLst>
            <pc:docMk/>
            <pc:sldMk cId="547350371" sldId="277"/>
            <ac:spMk id="2" creationId="{96B28936-C710-577F-1EE0-FE94F8C6BBF1}"/>
          </ac:spMkLst>
        </pc:spChg>
        <pc:spChg chg="mod">
          <ac:chgData name="Belyne Lissa" userId="1dc48414bdff1ba0" providerId="LiveId" clId="{CDB71581-2CA7-4727-B6E1-7C69AA175D52}" dt="2025-07-30T12:22:18.324" v="7174" actId="113"/>
          <ac:spMkLst>
            <pc:docMk/>
            <pc:sldMk cId="547350371" sldId="277"/>
            <ac:spMk id="3" creationId="{CD1C684B-054B-9B00-5BDE-9BCCEFA7CC05}"/>
          </ac:spMkLst>
        </pc:spChg>
      </pc:sldChg>
      <pc:sldChg chg="modSp new mod">
        <pc:chgData name="Belyne Lissa" userId="1dc48414bdff1ba0" providerId="LiveId" clId="{CDB71581-2CA7-4727-B6E1-7C69AA175D52}" dt="2025-07-30T12:22:37.224" v="7177" actId="113"/>
        <pc:sldMkLst>
          <pc:docMk/>
          <pc:sldMk cId="1528364938" sldId="278"/>
        </pc:sldMkLst>
        <pc:spChg chg="mod">
          <ac:chgData name="Belyne Lissa" userId="1dc48414bdff1ba0" providerId="LiveId" clId="{CDB71581-2CA7-4727-B6E1-7C69AA175D52}" dt="2025-07-30T10:30:14.227" v="3654" actId="20577"/>
          <ac:spMkLst>
            <pc:docMk/>
            <pc:sldMk cId="1528364938" sldId="278"/>
            <ac:spMk id="2" creationId="{02E951C7-4BBE-8ABD-72BA-0F0BC72249BE}"/>
          </ac:spMkLst>
        </pc:spChg>
        <pc:spChg chg="mod">
          <ac:chgData name="Belyne Lissa" userId="1dc48414bdff1ba0" providerId="LiveId" clId="{CDB71581-2CA7-4727-B6E1-7C69AA175D52}" dt="2025-07-30T12:22:37.224" v="7177" actId="113"/>
          <ac:spMkLst>
            <pc:docMk/>
            <pc:sldMk cId="1528364938" sldId="278"/>
            <ac:spMk id="3" creationId="{1384A418-1DB6-252B-88F9-7019FCF061EC}"/>
          </ac:spMkLst>
        </pc:spChg>
      </pc:sldChg>
      <pc:sldChg chg="modSp new mod">
        <pc:chgData name="Belyne Lissa" userId="1dc48414bdff1ba0" providerId="LiveId" clId="{CDB71581-2CA7-4727-B6E1-7C69AA175D52}" dt="2025-07-30T12:22:53.610" v="7180" actId="113"/>
        <pc:sldMkLst>
          <pc:docMk/>
          <pc:sldMk cId="2000370470" sldId="279"/>
        </pc:sldMkLst>
        <pc:spChg chg="mod">
          <ac:chgData name="Belyne Lissa" userId="1dc48414bdff1ba0" providerId="LiveId" clId="{CDB71581-2CA7-4727-B6E1-7C69AA175D52}" dt="2025-07-30T11:04:58.845" v="3812" actId="1076"/>
          <ac:spMkLst>
            <pc:docMk/>
            <pc:sldMk cId="2000370470" sldId="279"/>
            <ac:spMk id="2" creationId="{73D1D408-1AB9-901C-4FD0-D13BB2045A13}"/>
          </ac:spMkLst>
        </pc:spChg>
        <pc:spChg chg="mod">
          <ac:chgData name="Belyne Lissa" userId="1dc48414bdff1ba0" providerId="LiveId" clId="{CDB71581-2CA7-4727-B6E1-7C69AA175D52}" dt="2025-07-30T12:22:53.610" v="7180" actId="113"/>
          <ac:spMkLst>
            <pc:docMk/>
            <pc:sldMk cId="2000370470" sldId="279"/>
            <ac:spMk id="3" creationId="{B6A866E6-BAD5-3CB3-E9F4-79B98A3BF625}"/>
          </ac:spMkLst>
        </pc:spChg>
      </pc:sldChg>
      <pc:sldChg chg="modSp new mod">
        <pc:chgData name="Belyne Lissa" userId="1dc48414bdff1ba0" providerId="LiveId" clId="{CDB71581-2CA7-4727-B6E1-7C69AA175D52}" dt="2025-07-30T12:23:37.925" v="7189" actId="113"/>
        <pc:sldMkLst>
          <pc:docMk/>
          <pc:sldMk cId="1195521937" sldId="280"/>
        </pc:sldMkLst>
        <pc:spChg chg="mod">
          <ac:chgData name="Belyne Lissa" userId="1dc48414bdff1ba0" providerId="LiveId" clId="{CDB71581-2CA7-4727-B6E1-7C69AA175D52}" dt="2025-07-30T11:15:02.564" v="4054" actId="20577"/>
          <ac:spMkLst>
            <pc:docMk/>
            <pc:sldMk cId="1195521937" sldId="280"/>
            <ac:spMk id="2" creationId="{68330A60-AC8B-CE15-E92A-A9F04F52E05D}"/>
          </ac:spMkLst>
        </pc:spChg>
        <pc:spChg chg="mod">
          <ac:chgData name="Belyne Lissa" userId="1dc48414bdff1ba0" providerId="LiveId" clId="{CDB71581-2CA7-4727-B6E1-7C69AA175D52}" dt="2025-07-30T12:23:37.925" v="7189" actId="113"/>
          <ac:spMkLst>
            <pc:docMk/>
            <pc:sldMk cId="1195521937" sldId="280"/>
            <ac:spMk id="3" creationId="{992996FE-72FA-48DA-3AD9-0650ED9E5B1D}"/>
          </ac:spMkLst>
        </pc:spChg>
      </pc:sldChg>
      <pc:sldChg chg="modSp new mod">
        <pc:chgData name="Belyne Lissa" userId="1dc48414bdff1ba0" providerId="LiveId" clId="{CDB71581-2CA7-4727-B6E1-7C69AA175D52}" dt="2025-07-30T12:23:50.936" v="7191" actId="113"/>
        <pc:sldMkLst>
          <pc:docMk/>
          <pc:sldMk cId="683022247" sldId="281"/>
        </pc:sldMkLst>
        <pc:spChg chg="mod">
          <ac:chgData name="Belyne Lissa" userId="1dc48414bdff1ba0" providerId="LiveId" clId="{CDB71581-2CA7-4727-B6E1-7C69AA175D52}" dt="2025-07-30T11:19:30.034" v="4108" actId="20577"/>
          <ac:spMkLst>
            <pc:docMk/>
            <pc:sldMk cId="683022247" sldId="281"/>
            <ac:spMk id="2" creationId="{515BDAC7-7F2A-4308-0D88-130B5466D265}"/>
          </ac:spMkLst>
        </pc:spChg>
        <pc:spChg chg="mod">
          <ac:chgData name="Belyne Lissa" userId="1dc48414bdff1ba0" providerId="LiveId" clId="{CDB71581-2CA7-4727-B6E1-7C69AA175D52}" dt="2025-07-30T12:23:50.936" v="7191" actId="113"/>
          <ac:spMkLst>
            <pc:docMk/>
            <pc:sldMk cId="683022247" sldId="281"/>
            <ac:spMk id="3" creationId="{61352B7A-80E3-1B15-9664-3BC7491079E4}"/>
          </ac:spMkLst>
        </pc:spChg>
      </pc:sldChg>
      <pc:sldChg chg="modSp new mod">
        <pc:chgData name="Belyne Lissa" userId="1dc48414bdff1ba0" providerId="LiveId" clId="{CDB71581-2CA7-4727-B6E1-7C69AA175D52}" dt="2025-07-30T12:23:56.731" v="7192" actId="113"/>
        <pc:sldMkLst>
          <pc:docMk/>
          <pc:sldMk cId="3477146954" sldId="282"/>
        </pc:sldMkLst>
        <pc:spChg chg="mod">
          <ac:chgData name="Belyne Lissa" userId="1dc48414bdff1ba0" providerId="LiveId" clId="{CDB71581-2CA7-4727-B6E1-7C69AA175D52}" dt="2025-07-30T11:29:25.790" v="4313" actId="1076"/>
          <ac:spMkLst>
            <pc:docMk/>
            <pc:sldMk cId="3477146954" sldId="282"/>
            <ac:spMk id="2" creationId="{3DE0B7D2-22B6-6FD7-DCDC-AC9143DEB6D8}"/>
          </ac:spMkLst>
        </pc:spChg>
        <pc:spChg chg="mod">
          <ac:chgData name="Belyne Lissa" userId="1dc48414bdff1ba0" providerId="LiveId" clId="{CDB71581-2CA7-4727-B6E1-7C69AA175D52}" dt="2025-07-30T12:23:56.731" v="7192" actId="113"/>
          <ac:spMkLst>
            <pc:docMk/>
            <pc:sldMk cId="3477146954" sldId="282"/>
            <ac:spMk id="3" creationId="{C62454E5-DC1A-576C-4D73-B35FE045E89E}"/>
          </ac:spMkLst>
        </pc:spChg>
      </pc:sldChg>
      <pc:sldChg chg="modSp new mod">
        <pc:chgData name="Belyne Lissa" userId="1dc48414bdff1ba0" providerId="LiveId" clId="{CDB71581-2CA7-4727-B6E1-7C69AA175D52}" dt="2025-07-30T12:24:13.804" v="7196" actId="113"/>
        <pc:sldMkLst>
          <pc:docMk/>
          <pc:sldMk cId="3439854073" sldId="283"/>
        </pc:sldMkLst>
        <pc:spChg chg="mod">
          <ac:chgData name="Belyne Lissa" userId="1dc48414bdff1ba0" providerId="LiveId" clId="{CDB71581-2CA7-4727-B6E1-7C69AA175D52}" dt="2025-07-30T11:32:41.726" v="4409" actId="14100"/>
          <ac:spMkLst>
            <pc:docMk/>
            <pc:sldMk cId="3439854073" sldId="283"/>
            <ac:spMk id="2" creationId="{357EF16D-09AA-38B1-4823-EC8C28D342C6}"/>
          </ac:spMkLst>
        </pc:spChg>
        <pc:spChg chg="mod">
          <ac:chgData name="Belyne Lissa" userId="1dc48414bdff1ba0" providerId="LiveId" clId="{CDB71581-2CA7-4727-B6E1-7C69AA175D52}" dt="2025-07-30T12:24:13.804" v="7196" actId="113"/>
          <ac:spMkLst>
            <pc:docMk/>
            <pc:sldMk cId="3439854073" sldId="283"/>
            <ac:spMk id="3" creationId="{6402D14B-CEC8-DCCB-BE40-FF3DFDCE234C}"/>
          </ac:spMkLst>
        </pc:spChg>
      </pc:sldChg>
      <pc:sldChg chg="modSp new mod">
        <pc:chgData name="Belyne Lissa" userId="1dc48414bdff1ba0" providerId="LiveId" clId="{CDB71581-2CA7-4727-B6E1-7C69AA175D52}" dt="2025-07-30T12:24:37.922" v="7199" actId="113"/>
        <pc:sldMkLst>
          <pc:docMk/>
          <pc:sldMk cId="3117301890" sldId="284"/>
        </pc:sldMkLst>
        <pc:spChg chg="mod">
          <ac:chgData name="Belyne Lissa" userId="1dc48414bdff1ba0" providerId="LiveId" clId="{CDB71581-2CA7-4727-B6E1-7C69AA175D52}" dt="2025-07-30T11:34:00.624" v="4449" actId="20577"/>
          <ac:spMkLst>
            <pc:docMk/>
            <pc:sldMk cId="3117301890" sldId="284"/>
            <ac:spMk id="2" creationId="{48586D6E-FDE6-6B64-382A-E5C58F27362A}"/>
          </ac:spMkLst>
        </pc:spChg>
        <pc:spChg chg="mod">
          <ac:chgData name="Belyne Lissa" userId="1dc48414bdff1ba0" providerId="LiveId" clId="{CDB71581-2CA7-4727-B6E1-7C69AA175D52}" dt="2025-07-30T12:24:37.922" v="7199" actId="113"/>
          <ac:spMkLst>
            <pc:docMk/>
            <pc:sldMk cId="3117301890" sldId="284"/>
            <ac:spMk id="3" creationId="{EA48A4E0-CE6D-9D2C-78B0-64C8FF46FC7C}"/>
          </ac:spMkLst>
        </pc:spChg>
      </pc:sldChg>
      <pc:sldChg chg="modSp new mod">
        <pc:chgData name="Belyne Lissa" userId="1dc48414bdff1ba0" providerId="LiveId" clId="{CDB71581-2CA7-4727-B6E1-7C69AA175D52}" dt="2025-07-30T11:44:23.536" v="4905" actId="14100"/>
        <pc:sldMkLst>
          <pc:docMk/>
          <pc:sldMk cId="1284750024" sldId="285"/>
        </pc:sldMkLst>
        <pc:spChg chg="mod">
          <ac:chgData name="Belyne Lissa" userId="1dc48414bdff1ba0" providerId="LiveId" clId="{CDB71581-2CA7-4727-B6E1-7C69AA175D52}" dt="2025-07-30T11:43:17.104" v="4887" actId="1076"/>
          <ac:spMkLst>
            <pc:docMk/>
            <pc:sldMk cId="1284750024" sldId="285"/>
            <ac:spMk id="2" creationId="{E12FA3F3-D529-45AB-8D02-380247B36410}"/>
          </ac:spMkLst>
        </pc:spChg>
        <pc:spChg chg="mod">
          <ac:chgData name="Belyne Lissa" userId="1dc48414bdff1ba0" providerId="LiveId" clId="{CDB71581-2CA7-4727-B6E1-7C69AA175D52}" dt="2025-07-30T11:44:23.536" v="4905" actId="14100"/>
          <ac:spMkLst>
            <pc:docMk/>
            <pc:sldMk cId="1284750024" sldId="285"/>
            <ac:spMk id="3" creationId="{606F3B59-0101-0766-2C15-D4CC5A2F51A5}"/>
          </ac:spMkLst>
        </pc:spChg>
      </pc:sldChg>
      <pc:sldChg chg="addSp modSp new mod">
        <pc:chgData name="Belyne Lissa" userId="1dc48414bdff1ba0" providerId="LiveId" clId="{CDB71581-2CA7-4727-B6E1-7C69AA175D52}" dt="2025-07-30T12:25:09.584" v="7205" actId="113"/>
        <pc:sldMkLst>
          <pc:docMk/>
          <pc:sldMk cId="3050308033" sldId="286"/>
        </pc:sldMkLst>
        <pc:spChg chg="mod">
          <ac:chgData name="Belyne Lissa" userId="1dc48414bdff1ba0" providerId="LiveId" clId="{CDB71581-2CA7-4727-B6E1-7C69AA175D52}" dt="2025-07-30T11:45:09.805" v="4935" actId="20577"/>
          <ac:spMkLst>
            <pc:docMk/>
            <pc:sldMk cId="3050308033" sldId="286"/>
            <ac:spMk id="2" creationId="{B4F4ABC5-1CC4-4CD6-D666-2A34777A9803}"/>
          </ac:spMkLst>
        </pc:spChg>
        <pc:spChg chg="mod">
          <ac:chgData name="Belyne Lissa" userId="1dc48414bdff1ba0" providerId="LiveId" clId="{CDB71581-2CA7-4727-B6E1-7C69AA175D52}" dt="2025-07-30T12:25:09.584" v="7205" actId="113"/>
          <ac:spMkLst>
            <pc:docMk/>
            <pc:sldMk cId="3050308033" sldId="286"/>
            <ac:spMk id="3" creationId="{FC012B58-C274-D21D-9539-3A231FCCDD5D}"/>
          </ac:spMkLst>
        </pc:spChg>
        <pc:spChg chg="add">
          <ac:chgData name="Belyne Lissa" userId="1dc48414bdff1ba0" providerId="LiveId" clId="{CDB71581-2CA7-4727-B6E1-7C69AA175D52}" dt="2025-07-30T11:45:59.979" v="4961"/>
          <ac:spMkLst>
            <pc:docMk/>
            <pc:sldMk cId="3050308033" sldId="286"/>
            <ac:spMk id="4" creationId="{D072DCB7-CA01-AD5E-D957-4612A142C56C}"/>
          </ac:spMkLst>
        </pc:spChg>
      </pc:sldChg>
      <pc:sldChg chg="modSp new mod">
        <pc:chgData name="Belyne Lissa" userId="1dc48414bdff1ba0" providerId="LiveId" clId="{CDB71581-2CA7-4727-B6E1-7C69AA175D52}" dt="2025-07-30T11:57:01.616" v="5670" actId="115"/>
        <pc:sldMkLst>
          <pc:docMk/>
          <pc:sldMk cId="3600992220" sldId="287"/>
        </pc:sldMkLst>
        <pc:spChg chg="mod">
          <ac:chgData name="Belyne Lissa" userId="1dc48414bdff1ba0" providerId="LiveId" clId="{CDB71581-2CA7-4727-B6E1-7C69AA175D52}" dt="2025-07-30T11:49:55.172" v="5124" actId="1076"/>
          <ac:spMkLst>
            <pc:docMk/>
            <pc:sldMk cId="3600992220" sldId="287"/>
            <ac:spMk id="2" creationId="{82E3543A-F709-60B9-46F1-BB563785E84E}"/>
          </ac:spMkLst>
        </pc:spChg>
        <pc:spChg chg="mod">
          <ac:chgData name="Belyne Lissa" userId="1dc48414bdff1ba0" providerId="LiveId" clId="{CDB71581-2CA7-4727-B6E1-7C69AA175D52}" dt="2025-07-30T11:57:01.616" v="5670" actId="115"/>
          <ac:spMkLst>
            <pc:docMk/>
            <pc:sldMk cId="3600992220" sldId="287"/>
            <ac:spMk id="3" creationId="{664CFEFC-4980-1BF3-AC4B-14555C230401}"/>
          </ac:spMkLst>
        </pc:spChg>
      </pc:sldChg>
      <pc:sldChg chg="delSp modSp new mod">
        <pc:chgData name="Belyne Lissa" userId="1dc48414bdff1ba0" providerId="LiveId" clId="{CDB71581-2CA7-4727-B6E1-7C69AA175D52}" dt="2025-07-30T12:08:18.998" v="6668" actId="2711"/>
        <pc:sldMkLst>
          <pc:docMk/>
          <pc:sldMk cId="671023009" sldId="288"/>
        </pc:sldMkLst>
        <pc:spChg chg="del">
          <ac:chgData name="Belyne Lissa" userId="1dc48414bdff1ba0" providerId="LiveId" clId="{CDB71581-2CA7-4727-B6E1-7C69AA175D52}" dt="2025-07-30T11:57:15.081" v="5672" actId="21"/>
          <ac:spMkLst>
            <pc:docMk/>
            <pc:sldMk cId="671023009" sldId="288"/>
            <ac:spMk id="2" creationId="{E0D008B8-1EFF-278D-12F2-102683572298}"/>
          </ac:spMkLst>
        </pc:spChg>
        <pc:spChg chg="mod">
          <ac:chgData name="Belyne Lissa" userId="1dc48414bdff1ba0" providerId="LiveId" clId="{CDB71581-2CA7-4727-B6E1-7C69AA175D52}" dt="2025-07-30T12:08:18.998" v="6668" actId="2711"/>
          <ac:spMkLst>
            <pc:docMk/>
            <pc:sldMk cId="671023009" sldId="288"/>
            <ac:spMk id="3" creationId="{8D1EC610-24FA-4B89-9107-2C3C3D51B1B6}"/>
          </ac:spMkLst>
        </pc:spChg>
      </pc:sldChg>
      <pc:sldChg chg="delSp modSp new mod">
        <pc:chgData name="Belyne Lissa" userId="1dc48414bdff1ba0" providerId="LiveId" clId="{CDB71581-2CA7-4727-B6E1-7C69AA175D52}" dt="2025-07-30T12:14:11.290" v="7093" actId="113"/>
        <pc:sldMkLst>
          <pc:docMk/>
          <pc:sldMk cId="785665413" sldId="289"/>
        </pc:sldMkLst>
        <pc:spChg chg="del">
          <ac:chgData name="Belyne Lissa" userId="1dc48414bdff1ba0" providerId="LiveId" clId="{CDB71581-2CA7-4727-B6E1-7C69AA175D52}" dt="2025-07-30T12:07:23.910" v="6647" actId="21"/>
          <ac:spMkLst>
            <pc:docMk/>
            <pc:sldMk cId="785665413" sldId="289"/>
            <ac:spMk id="2" creationId="{13BFE00B-C120-D757-37CD-21906C21D694}"/>
          </ac:spMkLst>
        </pc:spChg>
        <pc:spChg chg="mod">
          <ac:chgData name="Belyne Lissa" userId="1dc48414bdff1ba0" providerId="LiveId" clId="{CDB71581-2CA7-4727-B6E1-7C69AA175D52}" dt="2025-07-30T12:14:11.290" v="7093" actId="113"/>
          <ac:spMkLst>
            <pc:docMk/>
            <pc:sldMk cId="785665413" sldId="289"/>
            <ac:spMk id="3" creationId="{86192550-58C6-AB16-597E-9B264040C7D8}"/>
          </ac:spMkLst>
        </pc:spChg>
      </pc:sldChg>
      <pc:sldChg chg="delSp modSp new del mod">
        <pc:chgData name="Belyne Lissa" userId="1dc48414bdff1ba0" providerId="LiveId" clId="{CDB71581-2CA7-4727-B6E1-7C69AA175D52}" dt="2025-07-30T12:26:31.881" v="7221" actId="2696"/>
        <pc:sldMkLst>
          <pc:docMk/>
          <pc:sldMk cId="3064266547" sldId="290"/>
        </pc:sldMkLst>
        <pc:spChg chg="mod">
          <ac:chgData name="Belyne Lissa" userId="1dc48414bdff1ba0" providerId="LiveId" clId="{CDB71581-2CA7-4727-B6E1-7C69AA175D52}" dt="2025-07-30T12:26:21.462" v="7220" actId="14100"/>
          <ac:spMkLst>
            <pc:docMk/>
            <pc:sldMk cId="3064266547" sldId="290"/>
            <ac:spMk id="2" creationId="{2768C1CA-EBB3-5403-4476-C2EFF6575DFB}"/>
          </ac:spMkLst>
        </pc:spChg>
        <pc:spChg chg="del">
          <ac:chgData name="Belyne Lissa" userId="1dc48414bdff1ba0" providerId="LiveId" clId="{CDB71581-2CA7-4727-B6E1-7C69AA175D52}" dt="2025-07-30T12:26:05.280" v="7207" actId="21"/>
          <ac:spMkLst>
            <pc:docMk/>
            <pc:sldMk cId="3064266547" sldId="290"/>
            <ac:spMk id="3" creationId="{9313F777-F611-8137-6D2D-EE3305CB2CFF}"/>
          </ac:spMkLst>
        </pc:spChg>
      </pc:sldChg>
      <pc:sldChg chg="modSp new mod">
        <pc:chgData name="Belyne Lissa" userId="1dc48414bdff1ba0" providerId="LiveId" clId="{CDB71581-2CA7-4727-B6E1-7C69AA175D52}" dt="2025-07-30T12:31:57.702" v="7330" actId="113"/>
        <pc:sldMkLst>
          <pc:docMk/>
          <pc:sldMk cId="4140504707" sldId="290"/>
        </pc:sldMkLst>
        <pc:spChg chg="mod">
          <ac:chgData name="Belyne Lissa" userId="1dc48414bdff1ba0" providerId="LiveId" clId="{CDB71581-2CA7-4727-B6E1-7C69AA175D52}" dt="2025-07-30T12:28:07.005" v="7261" actId="1076"/>
          <ac:spMkLst>
            <pc:docMk/>
            <pc:sldMk cId="4140504707" sldId="290"/>
            <ac:spMk id="2" creationId="{D047A103-78C0-6E5D-E8B5-EFB85C464105}"/>
          </ac:spMkLst>
        </pc:spChg>
        <pc:spChg chg="mod">
          <ac:chgData name="Belyne Lissa" userId="1dc48414bdff1ba0" providerId="LiveId" clId="{CDB71581-2CA7-4727-B6E1-7C69AA175D52}" dt="2025-07-30T12:31:57.702" v="7330" actId="113"/>
          <ac:spMkLst>
            <pc:docMk/>
            <pc:sldMk cId="4140504707" sldId="290"/>
            <ac:spMk id="3" creationId="{A0914D14-74E2-E872-B174-E35DD4375A86}"/>
          </ac:spMkLst>
        </pc:spChg>
      </pc:sldChg>
      <pc:sldChg chg="modSp new mod">
        <pc:chgData name="Belyne Lissa" userId="1dc48414bdff1ba0" providerId="LiveId" clId="{CDB71581-2CA7-4727-B6E1-7C69AA175D52}" dt="2025-07-30T12:35:59.930" v="7439" actId="113"/>
        <pc:sldMkLst>
          <pc:docMk/>
          <pc:sldMk cId="2231222339" sldId="291"/>
        </pc:sldMkLst>
        <pc:spChg chg="mod">
          <ac:chgData name="Belyne Lissa" userId="1dc48414bdff1ba0" providerId="LiveId" clId="{CDB71581-2CA7-4727-B6E1-7C69AA175D52}" dt="2025-07-30T12:32:43.226" v="7358" actId="14100"/>
          <ac:spMkLst>
            <pc:docMk/>
            <pc:sldMk cId="2231222339" sldId="291"/>
            <ac:spMk id="2" creationId="{4887450F-511E-7038-1155-7A81DF4FCDA3}"/>
          </ac:spMkLst>
        </pc:spChg>
        <pc:spChg chg="mod">
          <ac:chgData name="Belyne Lissa" userId="1dc48414bdff1ba0" providerId="LiveId" clId="{CDB71581-2CA7-4727-B6E1-7C69AA175D52}" dt="2025-07-30T12:35:59.930" v="7439" actId="113"/>
          <ac:spMkLst>
            <pc:docMk/>
            <pc:sldMk cId="2231222339" sldId="291"/>
            <ac:spMk id="3" creationId="{E53D0054-E5A1-448C-E073-191CD02A2971}"/>
          </ac:spMkLst>
        </pc:spChg>
      </pc:sldChg>
      <pc:sldChg chg="modSp new mod">
        <pc:chgData name="Belyne Lissa" userId="1dc48414bdff1ba0" providerId="LiveId" clId="{CDB71581-2CA7-4727-B6E1-7C69AA175D52}" dt="2025-07-30T12:42:21.454" v="7568" actId="113"/>
        <pc:sldMkLst>
          <pc:docMk/>
          <pc:sldMk cId="3731089406" sldId="292"/>
        </pc:sldMkLst>
        <pc:spChg chg="mod">
          <ac:chgData name="Belyne Lissa" userId="1dc48414bdff1ba0" providerId="LiveId" clId="{CDB71581-2CA7-4727-B6E1-7C69AA175D52}" dt="2025-07-30T12:39:46.024" v="7531" actId="14100"/>
          <ac:spMkLst>
            <pc:docMk/>
            <pc:sldMk cId="3731089406" sldId="292"/>
            <ac:spMk id="2" creationId="{47AED1CF-8A7A-79A1-304E-511B69DD0750}"/>
          </ac:spMkLst>
        </pc:spChg>
        <pc:spChg chg="mod">
          <ac:chgData name="Belyne Lissa" userId="1dc48414bdff1ba0" providerId="LiveId" clId="{CDB71581-2CA7-4727-B6E1-7C69AA175D52}" dt="2025-07-30T12:42:21.454" v="7568" actId="113"/>
          <ac:spMkLst>
            <pc:docMk/>
            <pc:sldMk cId="3731089406" sldId="292"/>
            <ac:spMk id="3" creationId="{A1E118AB-C02A-C0A2-A0BD-7DB4AEF21C81}"/>
          </ac:spMkLst>
        </pc:spChg>
      </pc:sldChg>
      <pc:sldChg chg="modSp new mod">
        <pc:chgData name="Belyne Lissa" userId="1dc48414bdff1ba0" providerId="LiveId" clId="{CDB71581-2CA7-4727-B6E1-7C69AA175D52}" dt="2025-07-30T13:02:23.681" v="7648" actId="114"/>
        <pc:sldMkLst>
          <pc:docMk/>
          <pc:sldMk cId="2853515126" sldId="293"/>
        </pc:sldMkLst>
        <pc:spChg chg="mod">
          <ac:chgData name="Belyne Lissa" userId="1dc48414bdff1ba0" providerId="LiveId" clId="{CDB71581-2CA7-4727-B6E1-7C69AA175D52}" dt="2025-07-30T12:42:39.012" v="7576" actId="20577"/>
          <ac:spMkLst>
            <pc:docMk/>
            <pc:sldMk cId="2853515126" sldId="293"/>
            <ac:spMk id="2" creationId="{5DD7F4C7-0136-AE5F-B949-84D807D97F7C}"/>
          </ac:spMkLst>
        </pc:spChg>
        <pc:spChg chg="mod">
          <ac:chgData name="Belyne Lissa" userId="1dc48414bdff1ba0" providerId="LiveId" clId="{CDB71581-2CA7-4727-B6E1-7C69AA175D52}" dt="2025-07-30T13:02:23.681" v="7648" actId="114"/>
          <ac:spMkLst>
            <pc:docMk/>
            <pc:sldMk cId="2853515126" sldId="293"/>
            <ac:spMk id="3" creationId="{041D9BF6-BBFC-ECB9-614D-1AFED34E762D}"/>
          </ac:spMkLst>
        </pc:spChg>
      </pc:sldChg>
      <pc:sldChg chg="modSp new mod">
        <pc:chgData name="Belyne Lissa" userId="1dc48414bdff1ba0" providerId="LiveId" clId="{CDB71581-2CA7-4727-B6E1-7C69AA175D52}" dt="2025-07-30T13:07:28.196" v="7772" actId="255"/>
        <pc:sldMkLst>
          <pc:docMk/>
          <pc:sldMk cId="3860640815" sldId="294"/>
        </pc:sldMkLst>
        <pc:spChg chg="mod">
          <ac:chgData name="Belyne Lissa" userId="1dc48414bdff1ba0" providerId="LiveId" clId="{CDB71581-2CA7-4727-B6E1-7C69AA175D52}" dt="2025-07-30T13:04:20.464" v="7672" actId="1076"/>
          <ac:spMkLst>
            <pc:docMk/>
            <pc:sldMk cId="3860640815" sldId="294"/>
            <ac:spMk id="2" creationId="{210FDE22-139F-1EA5-2765-B2391C562A0D}"/>
          </ac:spMkLst>
        </pc:spChg>
        <pc:spChg chg="mod">
          <ac:chgData name="Belyne Lissa" userId="1dc48414bdff1ba0" providerId="LiveId" clId="{CDB71581-2CA7-4727-B6E1-7C69AA175D52}" dt="2025-07-30T13:07:28.196" v="7772" actId="255"/>
          <ac:spMkLst>
            <pc:docMk/>
            <pc:sldMk cId="3860640815" sldId="294"/>
            <ac:spMk id="3" creationId="{86D36207-9A75-A030-A55C-F9E85EBFC343}"/>
          </ac:spMkLst>
        </pc:spChg>
      </pc:sldChg>
      <pc:sldChg chg="modSp new mod">
        <pc:chgData name="Belyne Lissa" userId="1dc48414bdff1ba0" providerId="LiveId" clId="{CDB71581-2CA7-4727-B6E1-7C69AA175D52}" dt="2025-07-30T13:14:50.219" v="7865" actId="14100"/>
        <pc:sldMkLst>
          <pc:docMk/>
          <pc:sldMk cId="806985746" sldId="295"/>
        </pc:sldMkLst>
        <pc:spChg chg="mod">
          <ac:chgData name="Belyne Lissa" userId="1dc48414bdff1ba0" providerId="LiveId" clId="{CDB71581-2CA7-4727-B6E1-7C69AA175D52}" dt="2025-07-30T13:14:32.288" v="7859" actId="27636"/>
          <ac:spMkLst>
            <pc:docMk/>
            <pc:sldMk cId="806985746" sldId="295"/>
            <ac:spMk id="2" creationId="{256272EE-74B6-DBC0-FC8A-A075EBA89407}"/>
          </ac:spMkLst>
        </pc:spChg>
        <pc:spChg chg="mod">
          <ac:chgData name="Belyne Lissa" userId="1dc48414bdff1ba0" providerId="LiveId" clId="{CDB71581-2CA7-4727-B6E1-7C69AA175D52}" dt="2025-07-30T13:14:50.219" v="7865" actId="14100"/>
          <ac:spMkLst>
            <pc:docMk/>
            <pc:sldMk cId="806985746" sldId="295"/>
            <ac:spMk id="3" creationId="{CFF24793-CA84-8A3E-BC4A-E841FFC06AC1}"/>
          </ac:spMkLst>
        </pc:spChg>
      </pc:sldChg>
      <pc:sldChg chg="modSp new mod">
        <pc:chgData name="Belyne Lissa" userId="1dc48414bdff1ba0" providerId="LiveId" clId="{CDB71581-2CA7-4727-B6E1-7C69AA175D52}" dt="2025-07-30T13:19:00.170" v="7994" actId="113"/>
        <pc:sldMkLst>
          <pc:docMk/>
          <pc:sldMk cId="4201222025" sldId="296"/>
        </pc:sldMkLst>
        <pc:spChg chg="mod">
          <ac:chgData name="Belyne Lissa" userId="1dc48414bdff1ba0" providerId="LiveId" clId="{CDB71581-2CA7-4727-B6E1-7C69AA175D52}" dt="2025-07-30T13:17:49.893" v="7982" actId="1076"/>
          <ac:spMkLst>
            <pc:docMk/>
            <pc:sldMk cId="4201222025" sldId="296"/>
            <ac:spMk id="2" creationId="{72F8A65D-FE52-4A1C-7AC0-F11193EDCD7B}"/>
          </ac:spMkLst>
        </pc:spChg>
        <pc:spChg chg="mod">
          <ac:chgData name="Belyne Lissa" userId="1dc48414bdff1ba0" providerId="LiveId" clId="{CDB71581-2CA7-4727-B6E1-7C69AA175D52}" dt="2025-07-30T13:19:00.170" v="7994" actId="113"/>
          <ac:spMkLst>
            <pc:docMk/>
            <pc:sldMk cId="4201222025" sldId="296"/>
            <ac:spMk id="3" creationId="{8F1060B4-16B6-CD41-0C3A-16D9EA80B593}"/>
          </ac:spMkLst>
        </pc:spChg>
      </pc:sldChg>
      <pc:sldChg chg="delSp modSp new mod">
        <pc:chgData name="Belyne Lissa" userId="1dc48414bdff1ba0" providerId="LiveId" clId="{CDB71581-2CA7-4727-B6E1-7C69AA175D52}" dt="2025-07-30T13:28:29.382" v="8185" actId="113"/>
        <pc:sldMkLst>
          <pc:docMk/>
          <pc:sldMk cId="3873912879" sldId="297"/>
        </pc:sldMkLst>
        <pc:spChg chg="del">
          <ac:chgData name="Belyne Lissa" userId="1dc48414bdff1ba0" providerId="LiveId" clId="{CDB71581-2CA7-4727-B6E1-7C69AA175D52}" dt="2025-07-30T13:19:14.446" v="7996" actId="21"/>
          <ac:spMkLst>
            <pc:docMk/>
            <pc:sldMk cId="3873912879" sldId="297"/>
            <ac:spMk id="2" creationId="{444C3140-6D6E-CE7E-081C-AE3479CE3494}"/>
          </ac:spMkLst>
        </pc:spChg>
        <pc:spChg chg="mod">
          <ac:chgData name="Belyne Lissa" userId="1dc48414bdff1ba0" providerId="LiveId" clId="{CDB71581-2CA7-4727-B6E1-7C69AA175D52}" dt="2025-07-30T13:28:29.382" v="8185" actId="113"/>
          <ac:spMkLst>
            <pc:docMk/>
            <pc:sldMk cId="3873912879" sldId="297"/>
            <ac:spMk id="3" creationId="{D1B9AD6B-6FDF-997A-9D6A-185F6539386D}"/>
          </ac:spMkLst>
        </pc:spChg>
      </pc:sldChg>
      <pc:sldChg chg="modSp new mod">
        <pc:chgData name="Belyne Lissa" userId="1dc48414bdff1ba0" providerId="LiveId" clId="{CDB71581-2CA7-4727-B6E1-7C69AA175D52}" dt="2025-07-30T13:33:32.914" v="8322" actId="113"/>
        <pc:sldMkLst>
          <pc:docMk/>
          <pc:sldMk cId="1574286451" sldId="298"/>
        </pc:sldMkLst>
        <pc:spChg chg="mod">
          <ac:chgData name="Belyne Lissa" userId="1dc48414bdff1ba0" providerId="LiveId" clId="{CDB71581-2CA7-4727-B6E1-7C69AA175D52}" dt="2025-07-30T13:32:59.940" v="8312" actId="1076"/>
          <ac:spMkLst>
            <pc:docMk/>
            <pc:sldMk cId="1574286451" sldId="298"/>
            <ac:spMk id="2" creationId="{0A5AC80B-9B34-2DE0-E0E7-C56244964FD8}"/>
          </ac:spMkLst>
        </pc:spChg>
        <pc:spChg chg="mod">
          <ac:chgData name="Belyne Lissa" userId="1dc48414bdff1ba0" providerId="LiveId" clId="{CDB71581-2CA7-4727-B6E1-7C69AA175D52}" dt="2025-07-30T13:33:32.914" v="8322" actId="113"/>
          <ac:spMkLst>
            <pc:docMk/>
            <pc:sldMk cId="1574286451" sldId="298"/>
            <ac:spMk id="3" creationId="{95D5DAE8-3DDE-972D-E134-BCE9AAE53E93}"/>
          </ac:spMkLst>
        </pc:spChg>
      </pc:sldChg>
      <pc:sldChg chg="modSp new mod">
        <pc:chgData name="Belyne Lissa" userId="1dc48414bdff1ba0" providerId="LiveId" clId="{CDB71581-2CA7-4727-B6E1-7C69AA175D52}" dt="2025-07-30T13:42:46.482" v="8539" actId="113"/>
        <pc:sldMkLst>
          <pc:docMk/>
          <pc:sldMk cId="730206239" sldId="299"/>
        </pc:sldMkLst>
        <pc:spChg chg="mod">
          <ac:chgData name="Belyne Lissa" userId="1dc48414bdff1ba0" providerId="LiveId" clId="{CDB71581-2CA7-4727-B6E1-7C69AA175D52}" dt="2025-07-30T13:42:28.238" v="8536" actId="20577"/>
          <ac:spMkLst>
            <pc:docMk/>
            <pc:sldMk cId="730206239" sldId="299"/>
            <ac:spMk id="2" creationId="{0F6C51FD-7181-0237-374B-3B66CB19AD14}"/>
          </ac:spMkLst>
        </pc:spChg>
        <pc:spChg chg="mod">
          <ac:chgData name="Belyne Lissa" userId="1dc48414bdff1ba0" providerId="LiveId" clId="{CDB71581-2CA7-4727-B6E1-7C69AA175D52}" dt="2025-07-30T13:42:46.482" v="8539" actId="113"/>
          <ac:spMkLst>
            <pc:docMk/>
            <pc:sldMk cId="730206239" sldId="299"/>
            <ac:spMk id="3" creationId="{294298C8-FA7C-39F8-E434-687F3B5A4C8E}"/>
          </ac:spMkLst>
        </pc:spChg>
      </pc:sldChg>
      <pc:sldChg chg="modSp new mod">
        <pc:chgData name="Belyne Lissa" userId="1dc48414bdff1ba0" providerId="LiveId" clId="{CDB71581-2CA7-4727-B6E1-7C69AA175D52}" dt="2025-07-30T13:50:26.654" v="8650" actId="2711"/>
        <pc:sldMkLst>
          <pc:docMk/>
          <pc:sldMk cId="1458232265" sldId="300"/>
        </pc:sldMkLst>
        <pc:spChg chg="mod">
          <ac:chgData name="Belyne Lissa" userId="1dc48414bdff1ba0" providerId="LiveId" clId="{CDB71581-2CA7-4727-B6E1-7C69AA175D52}" dt="2025-07-30T13:49:26.964" v="8636" actId="27636"/>
          <ac:spMkLst>
            <pc:docMk/>
            <pc:sldMk cId="1458232265" sldId="300"/>
            <ac:spMk id="2" creationId="{9BE51D3C-8F33-E380-9B54-6C019510BC79}"/>
          </ac:spMkLst>
        </pc:spChg>
        <pc:spChg chg="mod">
          <ac:chgData name="Belyne Lissa" userId="1dc48414bdff1ba0" providerId="LiveId" clId="{CDB71581-2CA7-4727-B6E1-7C69AA175D52}" dt="2025-07-30T13:50:26.654" v="8650" actId="2711"/>
          <ac:spMkLst>
            <pc:docMk/>
            <pc:sldMk cId="1458232265" sldId="300"/>
            <ac:spMk id="3" creationId="{FCC915FB-3CB3-63F2-14A2-4C2906521591}"/>
          </ac:spMkLst>
        </pc:spChg>
      </pc:sldChg>
      <pc:sldChg chg="modSp new mod">
        <pc:chgData name="Belyne Lissa" userId="1dc48414bdff1ba0" providerId="LiveId" clId="{CDB71581-2CA7-4727-B6E1-7C69AA175D52}" dt="2025-07-30T13:53:15.946" v="8697" actId="14100"/>
        <pc:sldMkLst>
          <pc:docMk/>
          <pc:sldMk cId="2435367579" sldId="301"/>
        </pc:sldMkLst>
        <pc:spChg chg="mod">
          <ac:chgData name="Belyne Lissa" userId="1dc48414bdff1ba0" providerId="LiveId" clId="{CDB71581-2CA7-4727-B6E1-7C69AA175D52}" dt="2025-07-30T13:52:54.422" v="8692" actId="255"/>
          <ac:spMkLst>
            <pc:docMk/>
            <pc:sldMk cId="2435367579" sldId="301"/>
            <ac:spMk id="2" creationId="{00BD3802-7D0B-4427-0732-30E7DFA7C4FA}"/>
          </ac:spMkLst>
        </pc:spChg>
        <pc:spChg chg="mod">
          <ac:chgData name="Belyne Lissa" userId="1dc48414bdff1ba0" providerId="LiveId" clId="{CDB71581-2CA7-4727-B6E1-7C69AA175D52}" dt="2025-07-30T13:53:15.946" v="8697" actId="14100"/>
          <ac:spMkLst>
            <pc:docMk/>
            <pc:sldMk cId="2435367579" sldId="301"/>
            <ac:spMk id="3" creationId="{27CC6AD3-A02D-0DB9-D28E-DB5218308C7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4195274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2086848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41388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6F785E-AEF1-460B-807D-6A680ACC4E39}"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859838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6F785E-AEF1-460B-807D-6A680ACC4E39}" type="datetimeFigureOut">
              <a:rPr lang="en-US" smtClean="0"/>
              <a:t>7/30/2025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2107650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6F785E-AEF1-460B-807D-6A680ACC4E39}" type="datetimeFigureOut">
              <a:rPr lang="en-US" smtClean="0"/>
              <a:t>7/30/2025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2371013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6F785E-AEF1-460B-807D-6A680ACC4E39}" type="datetimeFigureOut">
              <a:rPr lang="en-US" smtClean="0"/>
              <a:t>7/30/2025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678993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6F785E-AEF1-460B-807D-6A680ACC4E39}" type="datetimeFigureOut">
              <a:rPr lang="en-US" smtClean="0"/>
              <a:t>7/30/2025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3286302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294C1B-3BCB-491E-931C-FED0159ECB18}" type="slidenum">
              <a:rPr lang="en-US" smtClean="0"/>
              <a:t>‹#›</a:t>
            </a:fld>
            <a:endParaRPr lang="en-US"/>
          </a:p>
        </p:txBody>
      </p:sp>
      <p:sp>
        <p:nvSpPr>
          <p:cNvPr id="5" name="Date Placeholder 4"/>
          <p:cNvSpPr>
            <a:spLocks noGrp="1"/>
          </p:cNvSpPr>
          <p:nvPr>
            <p:ph type="dt" sz="half" idx="10"/>
          </p:nvPr>
        </p:nvSpPr>
        <p:spPr/>
        <p:txBody>
          <a:bodyPr/>
          <a:lstStyle/>
          <a:p>
            <a:fld id="{966F785E-AEF1-460B-807D-6A680ACC4E39}" type="datetimeFigureOut">
              <a:rPr lang="en-US" smtClean="0"/>
              <a:t>7/30/2025</a:t>
            </a:fld>
            <a:endParaRPr lang="en-US"/>
          </a:p>
        </p:txBody>
      </p:sp>
    </p:spTree>
    <p:extLst>
      <p:ext uri="{BB962C8B-B14F-4D97-AF65-F5344CB8AC3E}">
        <p14:creationId xmlns:p14="http://schemas.microsoft.com/office/powerpoint/2010/main" val="1217188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4165916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80222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333119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1931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2168514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1948365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6F785E-AEF1-460B-807D-6A680ACC4E39}" type="datetimeFigureOut">
              <a:rPr lang="en-US" smtClean="0"/>
              <a:t>7/30/2025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294C1B-3BCB-491E-931C-FED0159ECB18}" type="slidenum">
              <a:rPr lang="en-US" smtClean="0"/>
              <a:t>‹#›</a:t>
            </a:fld>
            <a:endParaRPr lang="en-US"/>
          </a:p>
        </p:txBody>
      </p:sp>
    </p:spTree>
    <p:extLst>
      <p:ext uri="{BB962C8B-B14F-4D97-AF65-F5344CB8AC3E}">
        <p14:creationId xmlns:p14="http://schemas.microsoft.com/office/powerpoint/2010/main" val="2344357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66F785E-AEF1-460B-807D-6A680ACC4E39}" type="datetimeFigureOut">
              <a:rPr lang="en-US" smtClean="0"/>
              <a:t>7/30/2025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B294C1B-3BCB-491E-931C-FED0159ECB18}" type="slidenum">
              <a:rPr lang="en-US" smtClean="0"/>
              <a:t>‹#›</a:t>
            </a:fld>
            <a:endParaRPr lang="en-US"/>
          </a:p>
        </p:txBody>
      </p:sp>
    </p:spTree>
    <p:extLst>
      <p:ext uri="{BB962C8B-B14F-4D97-AF65-F5344CB8AC3E}">
        <p14:creationId xmlns:p14="http://schemas.microsoft.com/office/powerpoint/2010/main" val="318714177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misnotaslinux.blogspot.com/2011/08/natural-joining-by-sql.html"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350BA0-8D45-B1B6-AE8E-7AF6E74BD1B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44877" y="725864"/>
            <a:ext cx="4789210" cy="4958499"/>
          </a:xfrm>
          <a:prstGeom prst="rect">
            <a:avLst/>
          </a:prstGeom>
        </p:spPr>
      </p:pic>
      <p:sp>
        <p:nvSpPr>
          <p:cNvPr id="5" name="Oval 4">
            <a:extLst>
              <a:ext uri="{FF2B5EF4-FFF2-40B4-BE49-F238E27FC236}">
                <a16:creationId xmlns:a16="http://schemas.microsoft.com/office/drawing/2014/main" id="{646D1443-1137-7C18-E292-AED7101D5BCC}"/>
              </a:ext>
            </a:extLst>
          </p:cNvPr>
          <p:cNvSpPr/>
          <p:nvPr/>
        </p:nvSpPr>
        <p:spPr>
          <a:xfrm>
            <a:off x="5417663" y="942680"/>
            <a:ext cx="5222450" cy="417607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latin typeface="Arial Black" panose="020B0A04020102020204" pitchFamily="34" charset="0"/>
              </a:rPr>
              <a:t>STRUCTURED QUERRY LANGUAGE</a:t>
            </a:r>
          </a:p>
        </p:txBody>
      </p:sp>
      <p:sp>
        <p:nvSpPr>
          <p:cNvPr id="6" name="TextBox 5">
            <a:extLst>
              <a:ext uri="{FF2B5EF4-FFF2-40B4-BE49-F238E27FC236}">
                <a16:creationId xmlns:a16="http://schemas.microsoft.com/office/drawing/2014/main" id="{6BFF8C2E-F98E-BF6B-8FD9-2B4AF844B38D}"/>
              </a:ext>
            </a:extLst>
          </p:cNvPr>
          <p:cNvSpPr txBox="1"/>
          <p:nvPr/>
        </p:nvSpPr>
        <p:spPr>
          <a:xfrm>
            <a:off x="9389097" y="6174556"/>
            <a:ext cx="2205872" cy="369332"/>
          </a:xfrm>
          <a:prstGeom prst="rect">
            <a:avLst/>
          </a:prstGeom>
          <a:noFill/>
        </p:spPr>
        <p:txBody>
          <a:bodyPr wrap="square" rtlCol="0">
            <a:spAutoFit/>
          </a:bodyPr>
          <a:lstStyle/>
          <a:p>
            <a:r>
              <a:rPr lang="en-US" dirty="0"/>
              <a:t>Belyne Lissa Bochere</a:t>
            </a:r>
          </a:p>
        </p:txBody>
      </p:sp>
    </p:spTree>
    <p:extLst>
      <p:ext uri="{BB962C8B-B14F-4D97-AF65-F5344CB8AC3E}">
        <p14:creationId xmlns:p14="http://schemas.microsoft.com/office/powerpoint/2010/main" val="1883235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FEF02EE-010A-1F6E-8D0A-E3FDFEEF9395}"/>
              </a:ext>
            </a:extLst>
          </p:cNvPr>
          <p:cNvSpPr>
            <a:spLocks noGrp="1"/>
          </p:cNvSpPr>
          <p:nvPr>
            <p:ph idx="1"/>
          </p:nvPr>
        </p:nvSpPr>
        <p:spPr>
          <a:xfrm>
            <a:off x="1470581" y="593889"/>
            <a:ext cx="9888718" cy="5429839"/>
          </a:xfrm>
        </p:spPr>
        <p:txBody>
          <a:bodyPr>
            <a:normAutofit/>
          </a:bodyPr>
          <a:lstStyle/>
          <a:p>
            <a:pPr marL="0" indent="0">
              <a:buNone/>
            </a:pPr>
            <a:r>
              <a:rPr lang="en-US" sz="1800" dirty="0">
                <a:latin typeface="Arial" panose="020B0604020202020204" pitchFamily="34" charset="0"/>
                <a:cs typeface="Arial" panose="020B0604020202020204" pitchFamily="34" charset="0"/>
              </a:rPr>
              <a:t>SQL is a standard language for accessing and manipulating databases.</a:t>
            </a:r>
          </a:p>
          <a:p>
            <a:pPr marL="0" indent="0">
              <a:buNone/>
            </a:pPr>
            <a:r>
              <a:rPr lang="en-US" sz="1800" b="1" dirty="0">
                <a:latin typeface="Arial" panose="020B0604020202020204" pitchFamily="34" charset="0"/>
                <a:cs typeface="Arial" panose="020B0604020202020204" pitchFamily="34" charset="0"/>
              </a:rPr>
              <a:t>What Can SQL do?</a:t>
            </a:r>
          </a:p>
          <a:p>
            <a:r>
              <a:rPr lang="en-US" sz="1800" dirty="0">
                <a:latin typeface="Arial" panose="020B0604020202020204" pitchFamily="34" charset="0"/>
                <a:cs typeface="Arial" panose="020B0604020202020204" pitchFamily="34" charset="0"/>
              </a:rPr>
              <a:t>SQL can execute queries against a database</a:t>
            </a:r>
          </a:p>
          <a:p>
            <a:r>
              <a:rPr lang="en-US" sz="1800" dirty="0">
                <a:latin typeface="Arial" panose="020B0604020202020204" pitchFamily="34" charset="0"/>
                <a:cs typeface="Arial" panose="020B0604020202020204" pitchFamily="34" charset="0"/>
              </a:rPr>
              <a:t>SQL can retrieve data from a database</a:t>
            </a:r>
          </a:p>
          <a:p>
            <a:r>
              <a:rPr lang="en-US" sz="1800" dirty="0">
                <a:latin typeface="Arial" panose="020B0604020202020204" pitchFamily="34" charset="0"/>
                <a:cs typeface="Arial" panose="020B0604020202020204" pitchFamily="34" charset="0"/>
              </a:rPr>
              <a:t>SQL can insert records in a database</a:t>
            </a:r>
          </a:p>
          <a:p>
            <a:r>
              <a:rPr lang="en-US" sz="1800" dirty="0">
                <a:latin typeface="Arial" panose="020B0604020202020204" pitchFamily="34" charset="0"/>
                <a:cs typeface="Arial" panose="020B0604020202020204" pitchFamily="34" charset="0"/>
              </a:rPr>
              <a:t>SQL can update records in a database</a:t>
            </a:r>
          </a:p>
          <a:p>
            <a:r>
              <a:rPr lang="en-US" sz="1800" dirty="0">
                <a:latin typeface="Arial" panose="020B0604020202020204" pitchFamily="34" charset="0"/>
                <a:cs typeface="Arial" panose="020B0604020202020204" pitchFamily="34" charset="0"/>
              </a:rPr>
              <a:t>SQL can delete records from a database</a:t>
            </a:r>
          </a:p>
          <a:p>
            <a:r>
              <a:rPr lang="en-US" sz="1800" dirty="0">
                <a:latin typeface="Arial" panose="020B0604020202020204" pitchFamily="34" charset="0"/>
                <a:cs typeface="Arial" panose="020B0604020202020204" pitchFamily="34" charset="0"/>
              </a:rPr>
              <a:t>SQL can create new databases</a:t>
            </a:r>
          </a:p>
          <a:p>
            <a:r>
              <a:rPr lang="en-US" sz="1800" dirty="0">
                <a:latin typeface="Arial" panose="020B0604020202020204" pitchFamily="34" charset="0"/>
                <a:cs typeface="Arial" panose="020B0604020202020204" pitchFamily="34" charset="0"/>
              </a:rPr>
              <a:t>SQL can create new tables in a database</a:t>
            </a:r>
          </a:p>
          <a:p>
            <a:r>
              <a:rPr lang="en-US" sz="1800" dirty="0">
                <a:latin typeface="Arial" panose="020B0604020202020204" pitchFamily="34" charset="0"/>
                <a:cs typeface="Arial" panose="020B0604020202020204" pitchFamily="34" charset="0"/>
              </a:rPr>
              <a:t>SQL can create stored procedures in a database</a:t>
            </a:r>
          </a:p>
          <a:p>
            <a:r>
              <a:rPr lang="en-US" sz="1800" dirty="0">
                <a:latin typeface="Arial" panose="020B0604020202020204" pitchFamily="34" charset="0"/>
                <a:cs typeface="Arial" panose="020B0604020202020204" pitchFamily="34" charset="0"/>
              </a:rPr>
              <a:t>SQL can create views in a database</a:t>
            </a:r>
          </a:p>
          <a:p>
            <a:r>
              <a:rPr lang="en-US" sz="1800" dirty="0">
                <a:latin typeface="Arial" panose="020B0604020202020204" pitchFamily="34" charset="0"/>
                <a:cs typeface="Arial" panose="020B0604020202020204" pitchFamily="34" charset="0"/>
              </a:rPr>
              <a:t>SQL can set permissions on tables, procedures, and views</a:t>
            </a:r>
          </a:p>
          <a:p>
            <a:pPr marL="0" indent="0">
              <a:buNone/>
            </a:pPr>
            <a:endParaRPr lang="en-US" dirty="0"/>
          </a:p>
        </p:txBody>
      </p:sp>
    </p:spTree>
    <p:extLst>
      <p:ext uri="{BB962C8B-B14F-4D97-AF65-F5344CB8AC3E}">
        <p14:creationId xmlns:p14="http://schemas.microsoft.com/office/powerpoint/2010/main" val="2273465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E77AC-CF3F-B1FA-93DF-456367054742}"/>
              </a:ext>
            </a:extLst>
          </p:cNvPr>
          <p:cNvSpPr>
            <a:spLocks noGrp="1"/>
          </p:cNvSpPr>
          <p:nvPr>
            <p:ph type="title"/>
          </p:nvPr>
        </p:nvSpPr>
        <p:spPr>
          <a:xfrm>
            <a:off x="1239214" y="417922"/>
            <a:ext cx="10018713" cy="703868"/>
          </a:xfrm>
        </p:spPr>
        <p:txBody>
          <a:bodyPr>
            <a:normAutofit/>
          </a:bodyPr>
          <a:lstStyle/>
          <a:p>
            <a:r>
              <a:rPr lang="en-US" dirty="0">
                <a:latin typeface="Arial Black" panose="020B0A04020102020204" pitchFamily="34" charset="0"/>
              </a:rPr>
              <a:t>                     </a:t>
            </a:r>
            <a:r>
              <a:rPr lang="en-US" dirty="0">
                <a:solidFill>
                  <a:schemeClr val="tx1"/>
                </a:solidFill>
                <a:latin typeface="Arial Black" panose="020B0A04020102020204" pitchFamily="34" charset="0"/>
              </a:rPr>
              <a:t>RDBMS</a:t>
            </a:r>
          </a:p>
        </p:txBody>
      </p:sp>
      <p:sp>
        <p:nvSpPr>
          <p:cNvPr id="3" name="Content Placeholder 2">
            <a:extLst>
              <a:ext uri="{FF2B5EF4-FFF2-40B4-BE49-F238E27FC236}">
                <a16:creationId xmlns:a16="http://schemas.microsoft.com/office/drawing/2014/main" id="{0A3310BE-3AEB-4367-C6FA-287AF173D32B}"/>
              </a:ext>
            </a:extLst>
          </p:cNvPr>
          <p:cNvSpPr>
            <a:spLocks noGrp="1"/>
          </p:cNvSpPr>
          <p:nvPr>
            <p:ph idx="1"/>
          </p:nvPr>
        </p:nvSpPr>
        <p:spPr>
          <a:xfrm>
            <a:off x="1163799" y="1349605"/>
            <a:ext cx="10018713" cy="4306477"/>
          </a:xfrm>
        </p:spPr>
        <p:txBody>
          <a:bodyPr/>
          <a:lstStyle/>
          <a:p>
            <a:pPr marL="0" indent="0">
              <a:buNone/>
            </a:pPr>
            <a:r>
              <a:rPr lang="en-US" sz="2000" dirty="0">
                <a:latin typeface="Arial" panose="020B0604020202020204" pitchFamily="34" charset="0"/>
                <a:cs typeface="Arial" panose="020B0604020202020204" pitchFamily="34" charset="0"/>
              </a:rPr>
              <a:t>RDBMS stands for Relational Database Management System.</a:t>
            </a:r>
          </a:p>
          <a:p>
            <a:pPr marL="0" indent="0">
              <a:buNone/>
            </a:pPr>
            <a:r>
              <a:rPr lang="en-US" sz="2000" dirty="0">
                <a:latin typeface="Arial" panose="020B0604020202020204" pitchFamily="34" charset="0"/>
                <a:cs typeface="Arial" panose="020B0604020202020204" pitchFamily="34" charset="0"/>
              </a:rPr>
              <a:t>RDBMS is the basis for SQL, and for all modern database systems such as MS SQL Server, IBM DB2, Oracle, MySQL, and Microsoft Access.</a:t>
            </a:r>
          </a:p>
          <a:p>
            <a:pPr marL="0" indent="0">
              <a:buNone/>
            </a:pPr>
            <a:r>
              <a:rPr lang="en-US" sz="2000" dirty="0">
                <a:latin typeface="Arial" panose="020B0604020202020204" pitchFamily="34" charset="0"/>
                <a:cs typeface="Arial" panose="020B0604020202020204" pitchFamily="34" charset="0"/>
              </a:rPr>
              <a:t>The data in RDBMS is stored in database objects called tables. A table is a collection of related data entries and it consists of columns and rows.</a:t>
            </a:r>
          </a:p>
          <a:p>
            <a:pPr marL="0" indent="0">
              <a:buNone/>
            </a:pPr>
            <a:r>
              <a:rPr lang="en-US" sz="2000" dirty="0">
                <a:latin typeface="Arial" panose="020B0604020202020204" pitchFamily="34" charset="0"/>
                <a:cs typeface="Arial" panose="020B0604020202020204" pitchFamily="34" charset="0"/>
              </a:rPr>
              <a:t>Every table is broken up into smaller entities called fields.</a:t>
            </a:r>
          </a:p>
          <a:p>
            <a:pPr marL="0" indent="0">
              <a:buNone/>
            </a:pPr>
            <a:r>
              <a:rPr lang="en-US" sz="2000" dirty="0">
                <a:latin typeface="Arial" panose="020B0604020202020204" pitchFamily="34" charset="0"/>
                <a:cs typeface="Arial" panose="020B0604020202020204" pitchFamily="34" charset="0"/>
              </a:rPr>
              <a:t>A record, also called a row, is each individual entry that exists in a table.</a:t>
            </a:r>
          </a:p>
          <a:p>
            <a:pPr marL="0" indent="0">
              <a:buNone/>
            </a:pPr>
            <a:r>
              <a:rPr lang="en-US" sz="2000" dirty="0">
                <a:latin typeface="Arial" panose="020B0604020202020204" pitchFamily="34" charset="0"/>
                <a:cs typeface="Arial" panose="020B0604020202020204" pitchFamily="34" charset="0"/>
              </a:rPr>
              <a:t>A record is a horizontal entity in a table.</a:t>
            </a:r>
          </a:p>
          <a:p>
            <a:pPr marL="0" indent="0">
              <a:buNone/>
            </a:pPr>
            <a:r>
              <a:rPr lang="en-US" sz="2000" dirty="0">
                <a:latin typeface="Arial" panose="020B0604020202020204" pitchFamily="34" charset="0"/>
                <a:cs typeface="Arial" panose="020B0604020202020204" pitchFamily="34" charset="0"/>
              </a:rPr>
              <a:t>A column is a vertical entity in a table that contains all information associated with a specific field in a table.</a:t>
            </a: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3032989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3E688-96D7-A194-F083-238A18B5E46F}"/>
              </a:ext>
            </a:extLst>
          </p:cNvPr>
          <p:cNvSpPr>
            <a:spLocks noGrp="1"/>
          </p:cNvSpPr>
          <p:nvPr>
            <p:ph type="title"/>
          </p:nvPr>
        </p:nvSpPr>
        <p:spPr>
          <a:xfrm>
            <a:off x="677334" y="609600"/>
            <a:ext cx="8596668" cy="851555"/>
          </a:xfrm>
        </p:spPr>
        <p:txBody>
          <a:bodyPr/>
          <a:lstStyle/>
          <a:p>
            <a:r>
              <a:rPr lang="en-US" dirty="0"/>
              <a:t>                    </a:t>
            </a:r>
            <a:r>
              <a:rPr lang="en-US" sz="4000" dirty="0">
                <a:solidFill>
                  <a:schemeClr val="tx1"/>
                </a:solidFill>
                <a:latin typeface="Arial Black" panose="020B0A04020102020204" pitchFamily="34" charset="0"/>
              </a:rPr>
              <a:t>SQL Syntax</a:t>
            </a:r>
          </a:p>
        </p:txBody>
      </p:sp>
      <p:sp>
        <p:nvSpPr>
          <p:cNvPr id="3" name="Content Placeholder 2">
            <a:extLst>
              <a:ext uri="{FF2B5EF4-FFF2-40B4-BE49-F238E27FC236}">
                <a16:creationId xmlns:a16="http://schemas.microsoft.com/office/drawing/2014/main" id="{9CE1C8E6-05D0-F80F-466E-9B804F1D36DB}"/>
              </a:ext>
            </a:extLst>
          </p:cNvPr>
          <p:cNvSpPr>
            <a:spLocks noGrp="1"/>
          </p:cNvSpPr>
          <p:nvPr>
            <p:ph idx="1"/>
          </p:nvPr>
        </p:nvSpPr>
        <p:spPr>
          <a:xfrm>
            <a:off x="677334" y="1329179"/>
            <a:ext cx="8596668" cy="4712183"/>
          </a:xfrm>
        </p:spPr>
        <p:txBody>
          <a:bodyPr/>
          <a:lstStyle/>
          <a:p>
            <a:pPr marL="0" indent="0">
              <a:buNone/>
            </a:pPr>
            <a:r>
              <a:rPr lang="en-US" b="1" dirty="0">
                <a:solidFill>
                  <a:schemeClr val="tx1"/>
                </a:solidFill>
                <a:latin typeface="Arial" panose="020B0604020202020204" pitchFamily="34" charset="0"/>
                <a:cs typeface="Arial" panose="020B0604020202020204" pitchFamily="34" charset="0"/>
              </a:rPr>
              <a:t>SQL Statements</a:t>
            </a:r>
          </a:p>
          <a:p>
            <a:pPr marL="0" indent="0">
              <a:buNone/>
            </a:pPr>
            <a:r>
              <a:rPr lang="en-US" dirty="0">
                <a:latin typeface="Arial" panose="020B0604020202020204" pitchFamily="34" charset="0"/>
                <a:cs typeface="Arial" panose="020B0604020202020204" pitchFamily="34" charset="0"/>
              </a:rPr>
              <a:t>Most of the actions you need to perform on a database are done with SQL statements.</a:t>
            </a:r>
          </a:p>
          <a:p>
            <a:pPr marL="0" indent="0">
              <a:buNone/>
            </a:pPr>
            <a:r>
              <a:rPr lang="en-US" dirty="0">
                <a:latin typeface="Arial" panose="020B0604020202020204" pitchFamily="34" charset="0"/>
                <a:cs typeface="Arial" panose="020B0604020202020204" pitchFamily="34" charset="0"/>
              </a:rPr>
              <a:t>SQL statements consist of keywords that are easy to understand.</a:t>
            </a:r>
          </a:p>
          <a:p>
            <a:pPr marL="0" indent="0">
              <a:buNone/>
            </a:pPr>
            <a:r>
              <a:rPr lang="en-US" b="1" dirty="0">
                <a:latin typeface="Arial" panose="020B0604020202020204" pitchFamily="34" charset="0"/>
                <a:cs typeface="Arial" panose="020B0604020202020204" pitchFamily="34" charset="0"/>
              </a:rPr>
              <a:t>Database Tables</a:t>
            </a:r>
          </a:p>
          <a:p>
            <a:pPr marL="0" indent="0">
              <a:buNone/>
            </a:pPr>
            <a:r>
              <a:rPr lang="en-US" dirty="0">
                <a:latin typeface="Arial" panose="020B0604020202020204" pitchFamily="34" charset="0"/>
                <a:cs typeface="Arial" panose="020B0604020202020204" pitchFamily="34" charset="0"/>
              </a:rPr>
              <a:t>A database most often contains one or more tables. Each table is identified by a name and contain records (rows) with data.</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SQL keyword are not case-sensitive.</a:t>
            </a:r>
          </a:p>
          <a:p>
            <a:pPr marL="0" indent="0">
              <a:buNone/>
            </a:pPr>
            <a:r>
              <a:rPr lang="en-US" dirty="0">
                <a:latin typeface="Arial" panose="020B0604020202020204" pitchFamily="34" charset="0"/>
                <a:cs typeface="Arial" panose="020B0604020202020204" pitchFamily="34" charset="0"/>
              </a:rPr>
              <a:t>Some database systems require a semicolon at the end of each SQL statement.</a:t>
            </a:r>
          </a:p>
          <a:p>
            <a:pPr marL="0" indent="0">
              <a:buNone/>
            </a:pPr>
            <a:r>
              <a:rPr lang="en-US" dirty="0">
                <a:latin typeface="Arial" panose="020B0604020202020204" pitchFamily="34" charset="0"/>
                <a:cs typeface="Arial" panose="020B0604020202020204" pitchFamily="34" charset="0"/>
              </a:rPr>
              <a:t>Semicolon is the standard way to separate each SQL statement in database systems that allow more than one SQL statement to be executed in the same call to the server.</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600447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3FBB973-1FB8-96D8-18B8-9DDD9E73FBE4}"/>
              </a:ext>
            </a:extLst>
          </p:cNvPr>
          <p:cNvSpPr>
            <a:spLocks noGrp="1" noChangeArrowheads="1"/>
          </p:cNvSpPr>
          <p:nvPr>
            <p:ph idx="1"/>
          </p:nvPr>
        </p:nvSpPr>
        <p:spPr bwMode="auto">
          <a:xfrm>
            <a:off x="980388" y="950879"/>
            <a:ext cx="8257879" cy="48371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Some of The Most Important SQL Commands;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SELECT</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extracts data from a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UPDATE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updates data in a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DELETE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deletes data from a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INSERT INTO</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inserts new data into a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CREATE DATABASE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creates a new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ALTER DATABASE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modifies a database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CREATE TABLE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creates a new table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ALTER TABLE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modifies a table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DROP TABLE</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deletes a table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CREATE INDEX</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creates an index (search key)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DC143C"/>
                </a:solidFill>
                <a:effectLst/>
                <a:latin typeface="Arial" panose="020B0604020202020204" pitchFamily="34" charset="0"/>
                <a:cs typeface="Arial" panose="020B0604020202020204" pitchFamily="34" charset="0"/>
              </a:rPr>
              <a:t>DROP INDEX</a:t>
            </a:r>
            <a:r>
              <a:rPr kumimoji="0" lang="en-US" altLang="en-US" sz="2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deletes an index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199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C91AB55-EA8C-ABC0-FED2-086C59167282}"/>
              </a:ext>
            </a:extLst>
          </p:cNvPr>
          <p:cNvSpPr>
            <a:spLocks noGrp="1"/>
          </p:cNvSpPr>
          <p:nvPr>
            <p:ph idx="1"/>
          </p:nvPr>
        </p:nvSpPr>
        <p:spPr>
          <a:xfrm>
            <a:off x="677334" y="537328"/>
            <a:ext cx="8596668" cy="5703215"/>
          </a:xfrm>
        </p:spPr>
        <p:txBody>
          <a:bodyPr>
            <a:normAutofit/>
          </a:bodyPr>
          <a:lstStyle/>
          <a:p>
            <a:pPr marL="0" indent="0">
              <a:buNone/>
            </a:pPr>
            <a:r>
              <a:rPr lang="en-US" sz="2000" b="1" dirty="0">
                <a:latin typeface="Arial" panose="020B0604020202020204" pitchFamily="34" charset="0"/>
                <a:cs typeface="Arial" panose="020B0604020202020204" pitchFamily="34" charset="0"/>
              </a:rPr>
              <a:t>SQL SELECT STATEMENT</a:t>
            </a:r>
          </a:p>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SQL SELECT </a:t>
            </a:r>
            <a:r>
              <a:rPr lang="en-US" sz="2000" dirty="0">
                <a:latin typeface="Arial" panose="020B0604020202020204" pitchFamily="34" charset="0"/>
                <a:cs typeface="Arial" panose="020B0604020202020204" pitchFamily="34" charset="0"/>
              </a:rPr>
              <a:t>statement is used to select data from a database.</a:t>
            </a:r>
          </a:p>
          <a:p>
            <a:pPr marL="0" indent="0">
              <a:buNone/>
            </a:pPr>
            <a:r>
              <a:rPr lang="en-US" sz="2000" b="1" u="sng"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SELECT column1, column 2….</a:t>
            </a:r>
          </a:p>
          <a:p>
            <a:pPr marL="0" indent="0">
              <a:buNone/>
            </a:pPr>
            <a:r>
              <a:rPr lang="en-US" sz="1400" i="1"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endParaRPr lang="en-US" sz="1400" i="1"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If you want to return all columns, without specifying every column name, you can use the </a:t>
            </a:r>
            <a:r>
              <a:rPr lang="en-US" sz="2000" b="1" i="1" dirty="0">
                <a:latin typeface="Arial" panose="020B0604020202020204" pitchFamily="34" charset="0"/>
                <a:cs typeface="Arial" panose="020B0604020202020204" pitchFamily="34" charset="0"/>
              </a:rPr>
              <a:t>SELECT *</a:t>
            </a:r>
            <a:r>
              <a:rPr lang="en-US" sz="2000" dirty="0">
                <a:latin typeface="Arial" panose="020B0604020202020204" pitchFamily="34" charset="0"/>
                <a:cs typeface="Arial" panose="020B0604020202020204" pitchFamily="34" charset="0"/>
              </a:rPr>
              <a:t> syntax.</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SQL SELECT DISTINCT Statement</a:t>
            </a:r>
          </a:p>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SELECT DISTINCT </a:t>
            </a:r>
            <a:r>
              <a:rPr lang="en-US" sz="2000" dirty="0">
                <a:latin typeface="Arial" panose="020B0604020202020204" pitchFamily="34" charset="0"/>
                <a:cs typeface="Arial" panose="020B0604020202020204" pitchFamily="34" charset="0"/>
              </a:rPr>
              <a:t>statement is used to return only distinct (different) values.</a:t>
            </a:r>
          </a:p>
          <a:p>
            <a:pPr marL="0" indent="0">
              <a:buNone/>
            </a:pPr>
            <a:r>
              <a:rPr lang="en-US" sz="2000" b="1" u="sng"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SELECT column1, column2….</a:t>
            </a:r>
          </a:p>
          <a:p>
            <a:pPr marL="0" indent="0">
              <a:buNone/>
            </a:pPr>
            <a:r>
              <a:rPr lang="en-US" sz="1400" i="1"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endParaRPr lang="en-US" sz="1400" i="1" dirty="0">
              <a:latin typeface="Arial" panose="020B0604020202020204" pitchFamily="34" charset="0"/>
              <a:cs typeface="Arial" panose="020B0604020202020204" pitchFamily="34" charset="0"/>
            </a:endParaRPr>
          </a:p>
          <a:p>
            <a:pPr marL="0" indent="0">
              <a:buNone/>
            </a:pPr>
            <a:endParaRPr lang="en-US" sz="2000" i="1" dirty="0">
              <a:latin typeface="Arial" panose="020B0604020202020204" pitchFamily="34" charset="0"/>
              <a:cs typeface="Arial" panose="020B0604020202020204" pitchFamily="34" charset="0"/>
            </a:endParaRPr>
          </a:p>
          <a:p>
            <a:pPr marL="0" indent="0">
              <a:buNone/>
            </a:pPr>
            <a:endParaRPr lang="en-US" sz="1400" i="1" dirty="0">
              <a:latin typeface="Arial" panose="020B0604020202020204" pitchFamily="34" charset="0"/>
              <a:cs typeface="Arial" panose="020B0604020202020204" pitchFamily="34" charset="0"/>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0170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621D-6309-981A-116D-ED1498A3729D}"/>
              </a:ext>
            </a:extLst>
          </p:cNvPr>
          <p:cNvSpPr>
            <a:spLocks noGrp="1"/>
          </p:cNvSpPr>
          <p:nvPr>
            <p:ph type="title"/>
          </p:nvPr>
        </p:nvSpPr>
        <p:spPr>
          <a:xfrm>
            <a:off x="677334" y="433633"/>
            <a:ext cx="8596668" cy="650449"/>
          </a:xfrm>
        </p:spPr>
        <p:txBody>
          <a:bodyPr/>
          <a:lstStyle/>
          <a:p>
            <a:r>
              <a:rPr lang="en-US" b="1" dirty="0">
                <a:solidFill>
                  <a:schemeClr val="tx1"/>
                </a:solidFill>
                <a:latin typeface="Arial Black" panose="020B0A04020102020204" pitchFamily="34" charset="0"/>
              </a:rPr>
              <a:t>           SQL WHERE clause</a:t>
            </a:r>
          </a:p>
        </p:txBody>
      </p:sp>
      <p:sp>
        <p:nvSpPr>
          <p:cNvPr id="3" name="Content Placeholder 2">
            <a:extLst>
              <a:ext uri="{FF2B5EF4-FFF2-40B4-BE49-F238E27FC236}">
                <a16:creationId xmlns:a16="http://schemas.microsoft.com/office/drawing/2014/main" id="{106965EB-FDC9-4355-5BEB-689E20984461}"/>
              </a:ext>
            </a:extLst>
          </p:cNvPr>
          <p:cNvSpPr>
            <a:spLocks noGrp="1"/>
          </p:cNvSpPr>
          <p:nvPr>
            <p:ph idx="1"/>
          </p:nvPr>
        </p:nvSpPr>
        <p:spPr>
          <a:xfrm>
            <a:off x="677334" y="1244338"/>
            <a:ext cx="9663870" cy="4797025"/>
          </a:xfrm>
        </p:spPr>
        <p:txBody>
          <a:bodyPr>
            <a:normAutofit/>
          </a:bodyPr>
          <a:lstStyle/>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WHERE</a:t>
            </a:r>
            <a:r>
              <a:rPr lang="en-US" dirty="0">
                <a:latin typeface="Arial" panose="020B0604020202020204" pitchFamily="34" charset="0"/>
                <a:cs typeface="Arial" panose="020B0604020202020204" pitchFamily="34" charset="0"/>
              </a:rPr>
              <a:t> clause is used to filter records. It is used to extract only those records that fulfill a specified condition.</a:t>
            </a:r>
          </a:p>
          <a:p>
            <a:pPr marL="0" indent="0">
              <a:buNone/>
            </a:pPr>
            <a:endParaRPr lang="en-US" dirty="0">
              <a:latin typeface="Arial" panose="020B0604020202020204" pitchFamily="34" charset="0"/>
              <a:cs typeface="Arial" panose="020B0604020202020204" pitchFamily="34" charset="0"/>
            </a:endParaRPr>
          </a:p>
          <a:p>
            <a:pPr marL="0" indent="0">
              <a:buNone/>
            </a:pPr>
            <a:r>
              <a:rPr lang="en-US" b="1" dirty="0">
                <a:latin typeface="Arial" panose="020B0604020202020204" pitchFamily="34" charset="0"/>
                <a:cs typeface="Arial" panose="020B0604020202020204" pitchFamily="34" charset="0"/>
              </a:rPr>
              <a:t>Text fields vs Numeric fields</a:t>
            </a:r>
          </a:p>
          <a:p>
            <a:pPr marL="0" indent="0">
              <a:buNone/>
            </a:pPr>
            <a:r>
              <a:rPr lang="en-US" dirty="0">
                <a:latin typeface="Arial" panose="020B0604020202020204" pitchFamily="34" charset="0"/>
                <a:cs typeface="Arial" panose="020B0604020202020204" pitchFamily="34" charset="0"/>
              </a:rPr>
              <a:t>SQL requires single quotes around text values (most database systems will also allow double quotes).</a:t>
            </a:r>
          </a:p>
          <a:p>
            <a:pPr marL="0" indent="0">
              <a:buNone/>
            </a:pPr>
            <a:r>
              <a:rPr lang="en-US" dirty="0">
                <a:latin typeface="Arial" panose="020B0604020202020204" pitchFamily="34" charset="0"/>
                <a:cs typeface="Arial" panose="020B0604020202020204" pitchFamily="34" charset="0"/>
              </a:rPr>
              <a:t>However, numeric fields should not be enclosed in quotes.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You can use other operators than the = to filter the search.</a:t>
            </a:r>
          </a:p>
          <a:p>
            <a:pPr marL="0" indent="0">
              <a:buNone/>
            </a:pPr>
            <a:r>
              <a:rPr lang="en-US" b="1" i="1" u="sng"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SELECT column1, column2, ...</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WHERE condition;</a:t>
            </a:r>
          </a:p>
        </p:txBody>
      </p:sp>
    </p:spTree>
    <p:extLst>
      <p:ext uri="{BB962C8B-B14F-4D97-AF65-F5344CB8AC3E}">
        <p14:creationId xmlns:p14="http://schemas.microsoft.com/office/powerpoint/2010/main" val="208333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FC953-0ED0-0284-0D14-354A5DF4B6CA}"/>
              </a:ext>
            </a:extLst>
          </p:cNvPr>
          <p:cNvSpPr>
            <a:spLocks noGrp="1"/>
          </p:cNvSpPr>
          <p:nvPr>
            <p:ph type="title"/>
          </p:nvPr>
        </p:nvSpPr>
        <p:spPr>
          <a:xfrm>
            <a:off x="677334" y="348792"/>
            <a:ext cx="8596668" cy="754145"/>
          </a:xfrm>
        </p:spPr>
        <p:txBody>
          <a:bodyPr>
            <a:normAutofit/>
          </a:bodyPr>
          <a:lstStyle/>
          <a:p>
            <a:r>
              <a:rPr lang="en-US" b="1" dirty="0">
                <a:solidFill>
                  <a:schemeClr val="tx1"/>
                </a:solidFill>
                <a:latin typeface="Arial Black" panose="020B0A04020102020204" pitchFamily="34" charset="0"/>
              </a:rPr>
              <a:t>       SQL ORDER BY Clause</a:t>
            </a:r>
          </a:p>
        </p:txBody>
      </p:sp>
      <p:sp>
        <p:nvSpPr>
          <p:cNvPr id="3" name="Content Placeholder 2">
            <a:extLst>
              <a:ext uri="{FF2B5EF4-FFF2-40B4-BE49-F238E27FC236}">
                <a16:creationId xmlns:a16="http://schemas.microsoft.com/office/drawing/2014/main" id="{3978F692-4E37-CFBD-0EE6-33A7B0AC8B3E}"/>
              </a:ext>
            </a:extLst>
          </p:cNvPr>
          <p:cNvSpPr>
            <a:spLocks noGrp="1"/>
          </p:cNvSpPr>
          <p:nvPr>
            <p:ph idx="1"/>
          </p:nvPr>
        </p:nvSpPr>
        <p:spPr>
          <a:xfrm>
            <a:off x="677334" y="1206631"/>
            <a:ext cx="9522468" cy="4834731"/>
          </a:xfrm>
        </p:spPr>
        <p:txBody>
          <a:bodyPr>
            <a:normAutofit/>
          </a:bodyPr>
          <a:lstStyle/>
          <a:p>
            <a:pPr marL="0" indent="0">
              <a:buNone/>
            </a:pPr>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ORDER BY </a:t>
            </a:r>
            <a:r>
              <a:rPr lang="en-US" sz="2400" dirty="0">
                <a:latin typeface="Arial" panose="020B0604020202020204" pitchFamily="34" charset="0"/>
                <a:cs typeface="Arial" panose="020B0604020202020204" pitchFamily="34" charset="0"/>
              </a:rPr>
              <a:t>keyword is used to sort the result-set in a required order (mostly ascending and descending order).</a:t>
            </a:r>
          </a:p>
          <a:p>
            <a:pPr marL="0" indent="0">
              <a:buNone/>
            </a:pPr>
            <a:r>
              <a:rPr lang="en-US" sz="1600" b="1" i="1" u="sng" dirty="0">
                <a:latin typeface="Arial" panose="020B0604020202020204" pitchFamily="34" charset="0"/>
                <a:cs typeface="Arial" panose="020B0604020202020204" pitchFamily="34" charset="0"/>
              </a:rPr>
              <a:t>Syntax:</a:t>
            </a:r>
          </a:p>
          <a:p>
            <a:pPr marL="0" indent="0">
              <a:buNone/>
            </a:pPr>
            <a:r>
              <a:rPr lang="en-US" sz="1500" i="1" dirty="0">
                <a:latin typeface="Arial" panose="020B0604020202020204" pitchFamily="34" charset="0"/>
                <a:cs typeface="Arial" panose="020B0604020202020204" pitchFamily="34" charset="0"/>
              </a:rPr>
              <a:t>SELECT column1, column2, ...</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FROM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ORDER BY column1, column2, ... ASC|DESC;</a:t>
            </a:r>
          </a:p>
          <a:p>
            <a:pPr marL="0" indent="0">
              <a:buNone/>
            </a:pPr>
            <a:endParaRPr lang="en-US" sz="1500" i="1"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To sort the records in descending order, use the </a:t>
            </a:r>
            <a:r>
              <a:rPr lang="en-US" sz="2400" b="1" dirty="0">
                <a:latin typeface="Arial" panose="020B0604020202020204" pitchFamily="34" charset="0"/>
                <a:cs typeface="Arial" panose="020B0604020202020204" pitchFamily="34" charset="0"/>
              </a:rPr>
              <a:t>DESC</a:t>
            </a:r>
            <a:r>
              <a:rPr lang="en-US" sz="2400" dirty="0">
                <a:latin typeface="Arial" panose="020B0604020202020204" pitchFamily="34" charset="0"/>
                <a:cs typeface="Arial" panose="020B0604020202020204" pitchFamily="34" charset="0"/>
              </a:rPr>
              <a:t> keyword, to sort records in ascending order, use the </a:t>
            </a:r>
            <a:r>
              <a:rPr lang="en-US" sz="2400" b="1" dirty="0">
                <a:latin typeface="Arial" panose="020B0604020202020204" pitchFamily="34" charset="0"/>
                <a:cs typeface="Arial" panose="020B0604020202020204" pitchFamily="34" charset="0"/>
              </a:rPr>
              <a:t>ASC</a:t>
            </a:r>
            <a:r>
              <a:rPr lang="en-US" sz="2400" dirty="0">
                <a:latin typeface="Arial" panose="020B0604020202020204" pitchFamily="34" charset="0"/>
                <a:cs typeface="Arial" panose="020B0604020202020204" pitchFamily="34" charset="0"/>
              </a:rPr>
              <a:t> keyword.</a:t>
            </a:r>
          </a:p>
          <a:p>
            <a:pPr marL="0" indent="0">
              <a:buNone/>
            </a:pPr>
            <a:r>
              <a:rPr lang="en-US" sz="2400" dirty="0">
                <a:latin typeface="Arial" panose="020B0604020202020204" pitchFamily="34" charset="0"/>
                <a:cs typeface="Arial" panose="020B0604020202020204" pitchFamily="34" charset="0"/>
              </a:rPr>
              <a:t>For string values the </a:t>
            </a:r>
            <a:r>
              <a:rPr lang="en-US" sz="2400" b="1" dirty="0">
                <a:latin typeface="Arial" panose="020B0604020202020204" pitchFamily="34" charset="0"/>
                <a:cs typeface="Arial" panose="020B0604020202020204" pitchFamily="34" charset="0"/>
              </a:rPr>
              <a:t>ORDER BY </a:t>
            </a:r>
            <a:r>
              <a:rPr lang="en-US" sz="2400" dirty="0">
                <a:latin typeface="Arial" panose="020B0604020202020204" pitchFamily="34" charset="0"/>
                <a:cs typeface="Arial" panose="020B0604020202020204" pitchFamily="34" charset="0"/>
              </a:rPr>
              <a:t>keyword orders records in alphabetical order.</a:t>
            </a:r>
          </a:p>
          <a:p>
            <a:pPr marL="0" indent="0">
              <a:buNone/>
            </a:pPr>
            <a:r>
              <a:rPr lang="en-US" sz="2400" dirty="0">
                <a:latin typeface="Arial" panose="020B0604020202020204" pitchFamily="34" charset="0"/>
                <a:cs typeface="Arial" panose="020B0604020202020204" pitchFamily="34" charset="0"/>
              </a:rPr>
              <a:t>To sort the table reverse alphabetically, use the </a:t>
            </a:r>
            <a:r>
              <a:rPr lang="en-US" sz="2400" b="1" dirty="0">
                <a:latin typeface="Arial" panose="020B0604020202020204" pitchFamily="34" charset="0"/>
                <a:cs typeface="Arial" panose="020B0604020202020204" pitchFamily="34" charset="0"/>
              </a:rPr>
              <a:t>DESC</a:t>
            </a:r>
            <a:r>
              <a:rPr lang="en-US" sz="2400" dirty="0">
                <a:latin typeface="Arial" panose="020B0604020202020204" pitchFamily="34" charset="0"/>
                <a:cs typeface="Arial" panose="020B0604020202020204" pitchFamily="34" charset="0"/>
              </a:rPr>
              <a:t> keyword.</a:t>
            </a:r>
          </a:p>
          <a:p>
            <a:pPr marL="0" indent="0">
              <a:buNone/>
            </a:pPr>
            <a:endParaRPr lang="en-US" dirty="0"/>
          </a:p>
        </p:txBody>
      </p:sp>
    </p:spTree>
    <p:extLst>
      <p:ext uri="{BB962C8B-B14F-4D97-AF65-F5344CB8AC3E}">
        <p14:creationId xmlns:p14="http://schemas.microsoft.com/office/powerpoint/2010/main" val="1527077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A50C-E7F1-E33C-572D-CC2B6DC5DC2A}"/>
              </a:ext>
            </a:extLst>
          </p:cNvPr>
          <p:cNvSpPr>
            <a:spLocks noGrp="1"/>
          </p:cNvSpPr>
          <p:nvPr>
            <p:ph type="title"/>
          </p:nvPr>
        </p:nvSpPr>
        <p:spPr>
          <a:xfrm>
            <a:off x="677334" y="433634"/>
            <a:ext cx="8596668" cy="735290"/>
          </a:xfrm>
        </p:spPr>
        <p:txBody>
          <a:bodyPr>
            <a:normAutofit/>
          </a:bodyPr>
          <a:lstStyle/>
          <a:p>
            <a:r>
              <a:rPr lang="en-US" b="1" dirty="0">
                <a:solidFill>
                  <a:schemeClr val="tx1"/>
                </a:solidFill>
                <a:latin typeface="Arial Black" panose="020B0A04020102020204" pitchFamily="34" charset="0"/>
              </a:rPr>
              <a:t>        SQL AND vs OR clause</a:t>
            </a:r>
          </a:p>
        </p:txBody>
      </p:sp>
      <p:sp>
        <p:nvSpPr>
          <p:cNvPr id="3" name="Content Placeholder 2">
            <a:extLst>
              <a:ext uri="{FF2B5EF4-FFF2-40B4-BE49-F238E27FC236}">
                <a16:creationId xmlns:a16="http://schemas.microsoft.com/office/drawing/2014/main" id="{AFAB96C6-8ACD-EF90-18ED-5A31FED409DE}"/>
              </a:ext>
            </a:extLst>
          </p:cNvPr>
          <p:cNvSpPr>
            <a:spLocks noGrp="1"/>
          </p:cNvSpPr>
          <p:nvPr>
            <p:ph idx="1"/>
          </p:nvPr>
        </p:nvSpPr>
        <p:spPr>
          <a:xfrm>
            <a:off x="677334" y="1376313"/>
            <a:ext cx="9428200" cy="4665049"/>
          </a:xfrm>
        </p:spPr>
        <p:txBody>
          <a:bodyPr>
            <a:normAutofit/>
          </a:bodyPr>
          <a:lstStyle/>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operator is used to filter records based on more than one condition.</a:t>
            </a:r>
          </a:p>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operator displays a record if </a:t>
            </a:r>
            <a:r>
              <a:rPr lang="en-US" i="1" dirty="0">
                <a:latin typeface="Arial" panose="020B0604020202020204" pitchFamily="34" charset="0"/>
                <a:cs typeface="Arial" panose="020B0604020202020204" pitchFamily="34" charset="0"/>
              </a:rPr>
              <a:t>any</a:t>
            </a:r>
            <a:r>
              <a:rPr lang="en-US" dirty="0">
                <a:latin typeface="Arial" panose="020B0604020202020204" pitchFamily="34" charset="0"/>
                <a:cs typeface="Arial" panose="020B0604020202020204" pitchFamily="34" charset="0"/>
              </a:rPr>
              <a:t> of the conditions are TRUE while the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operator displays a record if </a:t>
            </a:r>
            <a:r>
              <a:rPr lang="en-US" i="1" dirty="0">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the conditions are TRUE.</a:t>
            </a:r>
          </a:p>
          <a:p>
            <a:pPr marL="0" indent="0">
              <a:buNone/>
            </a:pPr>
            <a:r>
              <a:rPr lang="en-US" dirty="0">
                <a:latin typeface="Arial" panose="020B0604020202020204" pitchFamily="34" charset="0"/>
                <a:cs typeface="Arial" panose="020B0604020202020204" pitchFamily="34" charset="0"/>
              </a:rPr>
              <a:t>You can also combine the </a:t>
            </a:r>
            <a:r>
              <a:rPr lang="en-US" b="1" dirty="0">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and</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operator.</a:t>
            </a:r>
          </a:p>
          <a:p>
            <a:pPr marL="0" indent="0">
              <a:buNone/>
            </a:pPr>
            <a:r>
              <a:rPr lang="en-US" b="1" i="1" dirty="0">
                <a:latin typeface="Arial" panose="020B0604020202020204" pitchFamily="34" charset="0"/>
                <a:cs typeface="Arial" panose="020B0604020202020204" pitchFamily="34" charset="0"/>
              </a:rPr>
              <a:t>AND Syntax:</a:t>
            </a:r>
          </a:p>
          <a:p>
            <a:pPr marL="0" indent="0">
              <a:buNone/>
            </a:pPr>
            <a:r>
              <a:rPr lang="en-US" sz="1400" i="1" dirty="0">
                <a:latin typeface="Arial" panose="020B0604020202020204" pitchFamily="34" charset="0"/>
                <a:cs typeface="Arial" panose="020B0604020202020204" pitchFamily="34" charset="0"/>
              </a:rPr>
              <a:t>SELECT column1, column2, ...</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WHERE condition1 AND condition2 AND condition3 ...;</a:t>
            </a:r>
          </a:p>
          <a:p>
            <a:pPr marL="0" indent="0">
              <a:buNone/>
            </a:pPr>
            <a:endParaRPr lang="en-US" dirty="0">
              <a:latin typeface="Arial" panose="020B0604020202020204" pitchFamily="34" charset="0"/>
              <a:cs typeface="Arial" panose="020B0604020202020204" pitchFamily="34" charset="0"/>
            </a:endParaRPr>
          </a:p>
          <a:p>
            <a:pPr marL="0" indent="0">
              <a:buNone/>
            </a:pPr>
            <a:r>
              <a:rPr lang="en-US" b="1" i="1" dirty="0">
                <a:latin typeface="Arial" panose="020B0604020202020204" pitchFamily="34" charset="0"/>
                <a:cs typeface="Arial" panose="020B0604020202020204" pitchFamily="34" charset="0"/>
              </a:rPr>
              <a:t>OR Syntax:</a:t>
            </a:r>
          </a:p>
          <a:p>
            <a:pPr marL="0" indent="0">
              <a:buNone/>
            </a:pPr>
            <a:r>
              <a:rPr lang="en-US" sz="1400" dirty="0">
                <a:latin typeface="Arial" panose="020B0604020202020204" pitchFamily="34" charset="0"/>
                <a:cs typeface="Arial" panose="020B0604020202020204" pitchFamily="34" charset="0"/>
              </a:rPr>
              <a:t>SELECT </a:t>
            </a:r>
            <a:r>
              <a:rPr lang="en-US" sz="1400" i="1" dirty="0">
                <a:latin typeface="Arial" panose="020B0604020202020204" pitchFamily="34" charset="0"/>
                <a:cs typeface="Arial" panose="020B0604020202020204" pitchFamily="34" charset="0"/>
              </a:rPr>
              <a:t>column1</a:t>
            </a:r>
            <a:r>
              <a:rPr lang="en-US" sz="1400" dirty="0">
                <a:latin typeface="Arial" panose="020B0604020202020204" pitchFamily="34" charset="0"/>
                <a:cs typeface="Arial" panose="020B0604020202020204" pitchFamily="34" charset="0"/>
              </a:rPr>
              <a:t>,</a:t>
            </a:r>
            <a:r>
              <a:rPr lang="en-US" sz="1400" i="1" dirty="0">
                <a:latin typeface="Arial" panose="020B0604020202020204" pitchFamily="34" charset="0"/>
                <a:cs typeface="Arial" panose="020B0604020202020204" pitchFamily="34" charset="0"/>
              </a:rPr>
              <a:t> column2, ...</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br>
              <a:rPr lang="en-US" sz="1400" dirty="0">
                <a:latin typeface="Arial" panose="020B0604020202020204" pitchFamily="34" charset="0"/>
                <a:cs typeface="Arial" panose="020B0604020202020204" pitchFamily="34" charset="0"/>
              </a:rPr>
            </a:br>
            <a:r>
              <a:rPr lang="en-US" sz="1400" dirty="0">
                <a:latin typeface="Arial" panose="020B0604020202020204" pitchFamily="34" charset="0"/>
                <a:cs typeface="Arial" panose="020B0604020202020204" pitchFamily="34" charset="0"/>
              </a:rPr>
              <a:t>WHERE </a:t>
            </a:r>
            <a:r>
              <a:rPr lang="en-US" sz="1400" i="1" dirty="0">
                <a:latin typeface="Arial" panose="020B0604020202020204" pitchFamily="34" charset="0"/>
                <a:cs typeface="Arial" panose="020B0604020202020204" pitchFamily="34" charset="0"/>
              </a:rPr>
              <a:t>condition1</a:t>
            </a:r>
            <a:r>
              <a:rPr lang="en-US" sz="1400" dirty="0">
                <a:latin typeface="Arial" panose="020B0604020202020204" pitchFamily="34" charset="0"/>
                <a:cs typeface="Arial" panose="020B0604020202020204" pitchFamily="34" charset="0"/>
              </a:rPr>
              <a:t> OR </a:t>
            </a:r>
            <a:r>
              <a:rPr lang="en-US" sz="1400" i="1" dirty="0">
                <a:latin typeface="Arial" panose="020B0604020202020204" pitchFamily="34" charset="0"/>
                <a:cs typeface="Arial" panose="020B0604020202020204" pitchFamily="34" charset="0"/>
              </a:rPr>
              <a:t>condition2</a:t>
            </a:r>
            <a:r>
              <a:rPr lang="en-US" sz="1400" dirty="0">
                <a:latin typeface="Arial" panose="020B0604020202020204" pitchFamily="34" charset="0"/>
                <a:cs typeface="Arial" panose="020B0604020202020204" pitchFamily="34" charset="0"/>
              </a:rPr>
              <a:t> OR </a:t>
            </a:r>
            <a:r>
              <a:rPr lang="en-US" sz="1400" i="1" dirty="0">
                <a:latin typeface="Arial" panose="020B0604020202020204" pitchFamily="34" charset="0"/>
                <a:cs typeface="Arial" panose="020B0604020202020204" pitchFamily="34" charset="0"/>
              </a:rPr>
              <a:t>condition3 ...</a:t>
            </a:r>
            <a:r>
              <a:rPr lang="en-US"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25351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3D22B-25AA-907F-DABF-894363EF4534}"/>
              </a:ext>
            </a:extLst>
          </p:cNvPr>
          <p:cNvSpPr>
            <a:spLocks noGrp="1"/>
          </p:cNvSpPr>
          <p:nvPr>
            <p:ph type="title"/>
          </p:nvPr>
        </p:nvSpPr>
        <p:spPr>
          <a:xfrm>
            <a:off x="677334" y="339365"/>
            <a:ext cx="8596668" cy="735291"/>
          </a:xfrm>
        </p:spPr>
        <p:txBody>
          <a:bodyPr/>
          <a:lstStyle/>
          <a:p>
            <a:r>
              <a:rPr lang="en-US" dirty="0">
                <a:solidFill>
                  <a:schemeClr val="tx1"/>
                </a:solidFill>
                <a:latin typeface="Arial Black" panose="020B0A04020102020204" pitchFamily="34" charset="0"/>
              </a:rPr>
              <a:t>       SQL NOT operator</a:t>
            </a:r>
          </a:p>
        </p:txBody>
      </p:sp>
      <p:sp>
        <p:nvSpPr>
          <p:cNvPr id="3" name="Content Placeholder 2">
            <a:extLst>
              <a:ext uri="{FF2B5EF4-FFF2-40B4-BE49-F238E27FC236}">
                <a16:creationId xmlns:a16="http://schemas.microsoft.com/office/drawing/2014/main" id="{61D134E5-E9C3-82E3-1CB2-8DFAFF6197B7}"/>
              </a:ext>
            </a:extLst>
          </p:cNvPr>
          <p:cNvSpPr>
            <a:spLocks noGrp="1"/>
          </p:cNvSpPr>
          <p:nvPr>
            <p:ph idx="1"/>
          </p:nvPr>
        </p:nvSpPr>
        <p:spPr>
          <a:xfrm>
            <a:off x="677333" y="1319753"/>
            <a:ext cx="9974955" cy="4721609"/>
          </a:xfrm>
        </p:spPr>
        <p:txBody>
          <a:bodyPr>
            <a:noAutofit/>
          </a:bodyPr>
          <a:lstStyle/>
          <a:p>
            <a:pPr marL="0" indent="0">
              <a:buNone/>
            </a:pPr>
            <a:r>
              <a:rPr lang="en-US" sz="2800" dirty="0">
                <a:latin typeface="Arial" panose="020B0604020202020204" pitchFamily="34" charset="0"/>
                <a:cs typeface="Arial" panose="020B0604020202020204" pitchFamily="34" charset="0"/>
              </a:rPr>
              <a:t>The </a:t>
            </a:r>
            <a:r>
              <a:rPr lang="en-US" sz="2800" b="1" dirty="0">
                <a:latin typeface="Arial" panose="020B0604020202020204" pitchFamily="34" charset="0"/>
                <a:cs typeface="Arial" panose="020B0604020202020204" pitchFamily="34" charset="0"/>
              </a:rPr>
              <a:t>NOT</a:t>
            </a:r>
            <a:r>
              <a:rPr lang="en-US" sz="2800" dirty="0">
                <a:latin typeface="Arial" panose="020B0604020202020204" pitchFamily="34" charset="0"/>
                <a:cs typeface="Arial" panose="020B0604020202020204" pitchFamily="34" charset="0"/>
              </a:rPr>
              <a:t> operator is used in combination with other operators to give the opposite result, also called the negative result.</a:t>
            </a:r>
          </a:p>
          <a:p>
            <a:pPr marL="0" indent="0">
              <a:buNone/>
            </a:pPr>
            <a:r>
              <a:rPr lang="en-US" sz="2000" b="1" i="1" dirty="0">
                <a:latin typeface="Arial" panose="020B0604020202020204" pitchFamily="34" charset="0"/>
                <a:cs typeface="Arial" panose="020B0604020202020204" pitchFamily="34" charset="0"/>
              </a:rPr>
              <a:t>Syntax:</a:t>
            </a:r>
          </a:p>
          <a:p>
            <a:pPr marL="0" indent="0">
              <a:buNone/>
            </a:pPr>
            <a:r>
              <a:rPr lang="en-US" i="1" dirty="0">
                <a:latin typeface="Arial" panose="020B0604020202020204" pitchFamily="34" charset="0"/>
                <a:cs typeface="Arial" panose="020B0604020202020204" pitchFamily="34" charset="0"/>
              </a:rPr>
              <a:t>SELECT column1, column2, ...</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FROM </a:t>
            </a:r>
            <a:r>
              <a:rPr lang="en-US" i="1" dirty="0" err="1">
                <a:latin typeface="Arial" panose="020B0604020202020204" pitchFamily="34" charset="0"/>
                <a:cs typeface="Arial" panose="020B0604020202020204" pitchFamily="34" charset="0"/>
              </a:rPr>
              <a:t>table_name</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WHERE NOT condition;</a:t>
            </a:r>
          </a:p>
          <a:p>
            <a:pPr marL="0" indent="0">
              <a:buNone/>
            </a:pPr>
            <a:endParaRPr lang="en-US" i="1" dirty="0">
              <a:latin typeface="Arial" panose="020B0604020202020204" pitchFamily="34" charset="0"/>
              <a:cs typeface="Arial" panose="020B0604020202020204" pitchFamily="34" charset="0"/>
            </a:endParaRPr>
          </a:p>
          <a:p>
            <a:pPr marL="0" indent="0">
              <a:buNone/>
            </a:pPr>
            <a:r>
              <a:rPr lang="en-US" sz="2800" dirty="0">
                <a:latin typeface="Arial" panose="020B0604020202020204" pitchFamily="34" charset="0"/>
                <a:cs typeface="Arial" panose="020B0604020202020204" pitchFamily="34" charset="0"/>
              </a:rPr>
              <a:t>The </a:t>
            </a:r>
            <a:r>
              <a:rPr lang="en-US" sz="2800" b="1" dirty="0">
                <a:latin typeface="Arial" panose="020B0604020202020204" pitchFamily="34" charset="0"/>
                <a:cs typeface="Arial" panose="020B0604020202020204" pitchFamily="34" charset="0"/>
              </a:rPr>
              <a:t>NOT</a:t>
            </a:r>
            <a:r>
              <a:rPr lang="en-US" sz="2800" dirty="0">
                <a:latin typeface="Arial" panose="020B0604020202020204" pitchFamily="34" charset="0"/>
                <a:cs typeface="Arial" panose="020B0604020202020204" pitchFamily="34" charset="0"/>
              </a:rPr>
              <a:t> operator can be used with </a:t>
            </a:r>
            <a:r>
              <a:rPr lang="en-US" sz="2800" b="1" dirty="0">
                <a:latin typeface="Arial" panose="020B0604020202020204" pitchFamily="34" charset="0"/>
                <a:cs typeface="Arial" panose="020B0604020202020204" pitchFamily="34" charset="0"/>
              </a:rPr>
              <a:t>LIKE</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BETWEEN</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LESS</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THAN</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GREATER</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THAN</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IN</a:t>
            </a:r>
            <a:r>
              <a:rPr lang="en-US" sz="2800" dirty="0">
                <a:latin typeface="Arial" panose="020B0604020202020204" pitchFamily="34" charset="0"/>
                <a:cs typeface="Arial" panose="020B0604020202020204" pitchFamily="34" charset="0"/>
              </a:rPr>
              <a:t> and much more.</a:t>
            </a:r>
          </a:p>
        </p:txBody>
      </p:sp>
    </p:spTree>
    <p:extLst>
      <p:ext uri="{BB962C8B-B14F-4D97-AF65-F5344CB8AC3E}">
        <p14:creationId xmlns:p14="http://schemas.microsoft.com/office/powerpoint/2010/main" val="485105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CC1BF-6A4D-76C1-5642-75DA534591BD}"/>
              </a:ext>
            </a:extLst>
          </p:cNvPr>
          <p:cNvSpPr>
            <a:spLocks noGrp="1"/>
          </p:cNvSpPr>
          <p:nvPr>
            <p:ph type="title"/>
          </p:nvPr>
        </p:nvSpPr>
        <p:spPr>
          <a:xfrm>
            <a:off x="677334" y="609600"/>
            <a:ext cx="8596668" cy="729006"/>
          </a:xfrm>
        </p:spPr>
        <p:txBody>
          <a:bodyPr/>
          <a:lstStyle/>
          <a:p>
            <a:r>
              <a:rPr lang="en-US" dirty="0">
                <a:solidFill>
                  <a:schemeClr val="tx1"/>
                </a:solidFill>
              </a:rPr>
              <a:t>         SQL INSERT INTO statement</a:t>
            </a:r>
          </a:p>
        </p:txBody>
      </p:sp>
      <p:sp>
        <p:nvSpPr>
          <p:cNvPr id="3" name="Content Placeholder 2">
            <a:extLst>
              <a:ext uri="{FF2B5EF4-FFF2-40B4-BE49-F238E27FC236}">
                <a16:creationId xmlns:a16="http://schemas.microsoft.com/office/drawing/2014/main" id="{653373E0-B226-F44C-74DF-6AFA971EC305}"/>
              </a:ext>
            </a:extLst>
          </p:cNvPr>
          <p:cNvSpPr>
            <a:spLocks noGrp="1"/>
          </p:cNvSpPr>
          <p:nvPr>
            <p:ph idx="1"/>
          </p:nvPr>
        </p:nvSpPr>
        <p:spPr>
          <a:xfrm>
            <a:off x="677333" y="1489435"/>
            <a:ext cx="9937247" cy="4666268"/>
          </a:xfrm>
        </p:spPr>
        <p:txBody>
          <a:bodyPr>
            <a:normAutofit fontScale="92500" lnSpcReduction="10000"/>
          </a:bodyPr>
          <a:lstStyle/>
          <a:p>
            <a:pPr marL="0" indent="0">
              <a:buNone/>
            </a:pPr>
            <a:r>
              <a:rPr lang="en-US" dirty="0">
                <a:latin typeface="Arial" panose="020B0604020202020204" pitchFamily="34" charset="0"/>
                <a:cs typeface="Arial" panose="020B0604020202020204" pitchFamily="34" charset="0"/>
              </a:rPr>
              <a:t>This statement is used to insert new records in a table.</a:t>
            </a:r>
          </a:p>
          <a:p>
            <a:pPr marL="0" indent="0">
              <a:buNone/>
            </a:pPr>
            <a:r>
              <a:rPr lang="en-US" dirty="0">
                <a:latin typeface="Arial" panose="020B0604020202020204" pitchFamily="34" charset="0"/>
                <a:cs typeface="Arial" panose="020B0604020202020204" pitchFamily="34" charset="0"/>
              </a:rPr>
              <a:t>It is possible to write the </a:t>
            </a:r>
            <a:r>
              <a:rPr lang="en-US" b="1" dirty="0">
                <a:latin typeface="Arial" panose="020B0604020202020204" pitchFamily="34" charset="0"/>
                <a:cs typeface="Arial" panose="020B0604020202020204" pitchFamily="34" charset="0"/>
              </a:rPr>
              <a:t>INSERT INTO </a:t>
            </a:r>
            <a:r>
              <a:rPr lang="en-US" dirty="0">
                <a:latin typeface="Arial" panose="020B0604020202020204" pitchFamily="34" charset="0"/>
                <a:cs typeface="Arial" panose="020B0604020202020204" pitchFamily="34" charset="0"/>
              </a:rPr>
              <a:t>statement in two ways:</a:t>
            </a:r>
          </a:p>
          <a:p>
            <a:pPr marL="0" indent="0">
              <a:buNone/>
            </a:pPr>
            <a:r>
              <a:rPr lang="en-US" dirty="0">
                <a:latin typeface="Arial" panose="020B0604020202020204" pitchFamily="34" charset="0"/>
                <a:cs typeface="Arial" panose="020B0604020202020204" pitchFamily="34" charset="0"/>
              </a:rPr>
              <a:t>1. Specify both the column names and the values to be inserted:</a:t>
            </a:r>
          </a:p>
          <a:p>
            <a:pPr marL="0" indent="0">
              <a:buNone/>
            </a:pPr>
            <a:r>
              <a:rPr lang="en-US" b="1" i="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INSERT INTO </a:t>
            </a:r>
            <a:r>
              <a:rPr lang="en-US" sz="1600" i="1" dirty="0" err="1">
                <a:latin typeface="Arial" panose="020B0604020202020204" pitchFamily="34" charset="0"/>
                <a:cs typeface="Arial" panose="020B0604020202020204" pitchFamily="34" charset="0"/>
              </a:rPr>
              <a:t>table_name</a:t>
            </a:r>
            <a:r>
              <a:rPr lang="en-US" sz="1600" i="1" dirty="0">
                <a:latin typeface="Arial" panose="020B0604020202020204" pitchFamily="34" charset="0"/>
                <a:cs typeface="Arial" panose="020B0604020202020204" pitchFamily="34" charset="0"/>
              </a:rPr>
              <a:t> (column1, column2, column3,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VALUES (value1, value2, value3,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2. If you are adding values for all the columns of the table, you do not need to specify the column names in the SQL query. However, make sure the order of the values is in the same order as the columns in the table.</a:t>
            </a:r>
          </a:p>
          <a:p>
            <a:pPr marL="0" indent="0">
              <a:buNone/>
            </a:pPr>
            <a:r>
              <a:rPr lang="en-US" b="1" i="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INSERT INTO </a:t>
            </a:r>
            <a:r>
              <a:rPr lang="en-US" sz="1600" i="1" dirty="0" err="1">
                <a:latin typeface="Arial" panose="020B0604020202020204" pitchFamily="34" charset="0"/>
                <a:cs typeface="Arial" panose="020B0604020202020204" pitchFamily="34" charset="0"/>
              </a:rPr>
              <a:t>table_name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VALUES (value1, value2, value3, ...);</a:t>
            </a:r>
          </a:p>
          <a:p>
            <a:pPr marL="0" indent="0">
              <a:buNone/>
            </a:pPr>
            <a:r>
              <a:rPr lang="en-US" dirty="0">
                <a:latin typeface="Arial" panose="020B0604020202020204" pitchFamily="34" charset="0"/>
                <a:cs typeface="Arial" panose="020B0604020202020204" pitchFamily="34" charset="0"/>
              </a:rPr>
              <a:t>It is also possible to only insert data in specific columns. </a:t>
            </a:r>
            <a:r>
              <a:rPr lang="en-US" dirty="0"/>
              <a:t>It is also possible to insert multiple rows in one statement.</a:t>
            </a:r>
            <a:endParaRPr lang="en-US" sz="16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854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78516-82CB-A712-BD92-1A78FC1A06C3}"/>
              </a:ext>
            </a:extLst>
          </p:cNvPr>
          <p:cNvSpPr>
            <a:spLocks noGrp="1"/>
          </p:cNvSpPr>
          <p:nvPr>
            <p:ph type="title"/>
          </p:nvPr>
        </p:nvSpPr>
        <p:spPr>
          <a:xfrm>
            <a:off x="677334" y="452487"/>
            <a:ext cx="8596668" cy="838985"/>
          </a:xfrm>
        </p:spPr>
        <p:txBody>
          <a:bodyPr/>
          <a:lstStyle/>
          <a:p>
            <a:r>
              <a:rPr lang="en-US" b="1" dirty="0">
                <a:solidFill>
                  <a:schemeClr val="tx1"/>
                </a:solidFill>
                <a:latin typeface="Arial Black" panose="020B0A04020102020204" pitchFamily="34" charset="0"/>
              </a:rPr>
              <a:t>         SQL Null values</a:t>
            </a:r>
          </a:p>
        </p:txBody>
      </p:sp>
      <p:sp>
        <p:nvSpPr>
          <p:cNvPr id="3" name="Content Placeholder 2">
            <a:extLst>
              <a:ext uri="{FF2B5EF4-FFF2-40B4-BE49-F238E27FC236}">
                <a16:creationId xmlns:a16="http://schemas.microsoft.com/office/drawing/2014/main" id="{D0878E22-FD30-62EB-9CFB-386DBBA6BD26}"/>
              </a:ext>
            </a:extLst>
          </p:cNvPr>
          <p:cNvSpPr>
            <a:spLocks noGrp="1"/>
          </p:cNvSpPr>
          <p:nvPr>
            <p:ph idx="1"/>
          </p:nvPr>
        </p:nvSpPr>
        <p:spPr>
          <a:xfrm>
            <a:off x="677333" y="1376313"/>
            <a:ext cx="9814699" cy="4665049"/>
          </a:xfrm>
        </p:spPr>
        <p:txBody>
          <a:bodyPr/>
          <a:lstStyle/>
          <a:p>
            <a:pPr marL="0" indent="0">
              <a:buNone/>
            </a:pPr>
            <a:r>
              <a:rPr lang="en-US" sz="2000" dirty="0">
                <a:latin typeface="Arial" panose="020B0604020202020204" pitchFamily="34" charset="0"/>
                <a:cs typeface="Arial" panose="020B0604020202020204" pitchFamily="34" charset="0"/>
              </a:rPr>
              <a:t>A field with a NULL value is a field with no value. If a field in a table is optional, it is possible to insert a new record or update a record without adding a value to this field. Then, the field will be saved with a NULL value.</a:t>
            </a:r>
          </a:p>
          <a:p>
            <a:pPr marL="0" indent="0">
              <a:buNone/>
            </a:pPr>
            <a:r>
              <a:rPr lang="en-US" sz="2000" b="1" i="1" dirty="0">
                <a:latin typeface="Arial" panose="020B0604020202020204" pitchFamily="34" charset="0"/>
                <a:cs typeface="Arial" panose="020B0604020202020204" pitchFamily="34" charset="0"/>
              </a:rPr>
              <a:t>NOTE:</a:t>
            </a:r>
            <a:r>
              <a:rPr lang="en-US" sz="2000" i="1" dirty="0">
                <a:latin typeface="Arial" panose="020B0604020202020204" pitchFamily="34" charset="0"/>
                <a:cs typeface="Arial" panose="020B0604020202020204" pitchFamily="34" charset="0"/>
              </a:rPr>
              <a:t> A NULL value is different from a zero value or a field that contains spaces. A field with a NULL value is one that has been left blank during record creation.</a:t>
            </a:r>
          </a:p>
          <a:p>
            <a:pPr marL="0" indent="0">
              <a:buNone/>
            </a:pPr>
            <a:r>
              <a:rPr lang="en-US" sz="2000" dirty="0">
                <a:latin typeface="Arial" panose="020B0604020202020204" pitchFamily="34" charset="0"/>
                <a:cs typeface="Arial" panose="020B0604020202020204" pitchFamily="34" charset="0"/>
              </a:rPr>
              <a:t>It is not possible to test for NULL values with comparison operators, such as =, &lt;, or &lt;&gt;. We will have to use the </a:t>
            </a:r>
            <a:r>
              <a:rPr lang="en-US" sz="2000" b="1" dirty="0">
                <a:latin typeface="Arial" panose="020B0604020202020204" pitchFamily="34" charset="0"/>
                <a:cs typeface="Arial" panose="020B0604020202020204" pitchFamily="34" charset="0"/>
              </a:rPr>
              <a:t>IS NULL </a:t>
            </a:r>
            <a:r>
              <a:rPr lang="en-US" sz="2000" dirty="0">
                <a:latin typeface="Arial" panose="020B0604020202020204" pitchFamily="34" charset="0"/>
                <a:cs typeface="Arial" panose="020B0604020202020204" pitchFamily="34" charset="0"/>
              </a:rPr>
              <a:t>or </a:t>
            </a:r>
            <a:r>
              <a:rPr lang="en-US" sz="2000" b="1" dirty="0">
                <a:latin typeface="Arial" panose="020B0604020202020204" pitchFamily="34" charset="0"/>
                <a:cs typeface="Arial" panose="020B0604020202020204" pitchFamily="34" charset="0"/>
              </a:rPr>
              <a:t>IS NOT NULL </a:t>
            </a:r>
            <a:r>
              <a:rPr lang="en-US" sz="2000" dirty="0">
                <a:latin typeface="Arial" panose="020B0604020202020204" pitchFamily="34" charset="0"/>
                <a:cs typeface="Arial" panose="020B0604020202020204" pitchFamily="34" charset="0"/>
              </a:rPr>
              <a:t>operators instead.</a:t>
            </a:r>
          </a:p>
          <a:p>
            <a:pPr marL="0" indent="0">
              <a:buNone/>
            </a:pPr>
            <a:r>
              <a:rPr lang="en-US" b="1" i="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a:t>
            </a:r>
            <a:r>
              <a:rPr lang="en-US" sz="1600" i="1" dirty="0" err="1">
                <a:latin typeface="Arial" panose="020B0604020202020204" pitchFamily="34" charset="0"/>
                <a:cs typeface="Arial" panose="020B0604020202020204" pitchFamily="34" charset="0"/>
              </a:rPr>
              <a:t>column_names</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table_name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 IS NULL/IS NOT NULL;</a:t>
            </a:r>
          </a:p>
        </p:txBody>
      </p:sp>
    </p:spTree>
    <p:extLst>
      <p:ext uri="{BB962C8B-B14F-4D97-AF65-F5344CB8AC3E}">
        <p14:creationId xmlns:p14="http://schemas.microsoft.com/office/powerpoint/2010/main" val="2939436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565BA-3A11-2575-B0EF-A66BC1AAE32F}"/>
              </a:ext>
            </a:extLst>
          </p:cNvPr>
          <p:cNvSpPr>
            <a:spLocks noGrp="1"/>
          </p:cNvSpPr>
          <p:nvPr>
            <p:ph type="title"/>
          </p:nvPr>
        </p:nvSpPr>
        <p:spPr>
          <a:xfrm>
            <a:off x="677334" y="301658"/>
            <a:ext cx="8596668" cy="791851"/>
          </a:xfrm>
        </p:spPr>
        <p:txBody>
          <a:bodyPr/>
          <a:lstStyle/>
          <a:p>
            <a:r>
              <a:rPr lang="en-US" dirty="0">
                <a:solidFill>
                  <a:schemeClr val="tx1"/>
                </a:solidFill>
              </a:rPr>
              <a:t>           </a:t>
            </a:r>
            <a:r>
              <a:rPr lang="en-US" b="1" dirty="0">
                <a:solidFill>
                  <a:schemeClr val="tx1"/>
                </a:solidFill>
                <a:latin typeface="Arial Black" panose="020B0A04020102020204" pitchFamily="34" charset="0"/>
              </a:rPr>
              <a:t>SQL UPDATE statement</a:t>
            </a:r>
          </a:p>
        </p:txBody>
      </p:sp>
      <p:sp>
        <p:nvSpPr>
          <p:cNvPr id="3" name="Content Placeholder 2">
            <a:extLst>
              <a:ext uri="{FF2B5EF4-FFF2-40B4-BE49-F238E27FC236}">
                <a16:creationId xmlns:a16="http://schemas.microsoft.com/office/drawing/2014/main" id="{5494ABE5-EE02-814A-8892-BCE5EDEF3B92}"/>
              </a:ext>
            </a:extLst>
          </p:cNvPr>
          <p:cNvSpPr>
            <a:spLocks noGrp="1"/>
          </p:cNvSpPr>
          <p:nvPr>
            <p:ph idx="1"/>
          </p:nvPr>
        </p:nvSpPr>
        <p:spPr>
          <a:xfrm>
            <a:off x="677334" y="1187777"/>
            <a:ext cx="9824126" cy="4853585"/>
          </a:xfrm>
        </p:spPr>
        <p:txBody>
          <a:bodyPr>
            <a:noAutofit/>
          </a:bodyPr>
          <a:lstStyle/>
          <a:p>
            <a:pPr marL="0" indent="0">
              <a:buNone/>
            </a:pPr>
            <a:r>
              <a:rPr lang="en-US" sz="2000" dirty="0">
                <a:latin typeface="Arial" panose="020B0604020202020204" pitchFamily="34" charset="0"/>
                <a:cs typeface="Arial" panose="020B0604020202020204" pitchFamily="34" charset="0"/>
              </a:rPr>
              <a:t>The SQL </a:t>
            </a:r>
            <a:r>
              <a:rPr lang="en-US" sz="2000" b="1" dirty="0">
                <a:latin typeface="Arial" panose="020B0604020202020204" pitchFamily="34" charset="0"/>
                <a:cs typeface="Arial" panose="020B0604020202020204" pitchFamily="34" charset="0"/>
              </a:rPr>
              <a:t>UPDATE</a:t>
            </a:r>
            <a:r>
              <a:rPr lang="en-US" sz="2000" dirty="0">
                <a:latin typeface="Arial" panose="020B0604020202020204" pitchFamily="34" charset="0"/>
                <a:cs typeface="Arial" panose="020B0604020202020204" pitchFamily="34" charset="0"/>
              </a:rPr>
              <a:t> statement is used to modify the existing records in a table.</a:t>
            </a:r>
          </a:p>
          <a:p>
            <a:pPr marL="0" indent="0">
              <a:buNone/>
            </a:pPr>
            <a:r>
              <a:rPr lang="en-US" b="1" i="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UPDATE </a:t>
            </a:r>
            <a:r>
              <a:rPr lang="en-US" sz="1600" i="1" dirty="0" err="1">
                <a:latin typeface="Arial" panose="020B0604020202020204" pitchFamily="34" charset="0"/>
                <a:cs typeface="Arial" panose="020B0604020202020204" pitchFamily="34" charset="0"/>
              </a:rPr>
              <a:t>table_name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SET column1 = value1, column2 = value2,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condition;</a:t>
            </a:r>
          </a:p>
          <a:p>
            <a:pPr marL="0" indent="0">
              <a:buNone/>
            </a:pPr>
            <a:endParaRPr lang="en-US" sz="2000" b="1"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NOTE: </a:t>
            </a:r>
            <a:r>
              <a:rPr lang="en-US" sz="2000" dirty="0">
                <a:latin typeface="Arial" panose="020B0604020202020204" pitchFamily="34" charset="0"/>
                <a:cs typeface="Arial" panose="020B0604020202020204" pitchFamily="34" charset="0"/>
              </a:rPr>
              <a:t>Be careful when updating records in a table. clause specifies which record(s) that should be updated. If you omit the </a:t>
            </a:r>
            <a:r>
              <a:rPr lang="en-US" sz="2000" b="1" dirty="0">
                <a:latin typeface="Arial" panose="020B0604020202020204" pitchFamily="34" charset="0"/>
                <a:cs typeface="Arial" panose="020B0604020202020204" pitchFamily="34" charset="0"/>
              </a:rPr>
              <a:t>WHERE</a:t>
            </a:r>
            <a:r>
              <a:rPr lang="en-US" sz="2000" dirty="0">
                <a:latin typeface="Arial" panose="020B0604020202020204" pitchFamily="34" charset="0"/>
                <a:cs typeface="Arial" panose="020B0604020202020204" pitchFamily="34" charset="0"/>
              </a:rPr>
              <a:t> clause, all records in the table will be updated.</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WHERE</a:t>
            </a:r>
            <a:r>
              <a:rPr lang="en-US" sz="2000" dirty="0">
                <a:latin typeface="Arial" panose="020B0604020202020204" pitchFamily="34" charset="0"/>
                <a:cs typeface="Arial" panose="020B0604020202020204" pitchFamily="34" charset="0"/>
              </a:rPr>
              <a:t> clause that determines how many records will be updated.</a:t>
            </a:r>
            <a:endParaRPr lang="en-US" sz="2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1457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1465C-533E-A0E3-407C-67C0ADE9B603}"/>
              </a:ext>
            </a:extLst>
          </p:cNvPr>
          <p:cNvSpPr>
            <a:spLocks noGrp="1"/>
          </p:cNvSpPr>
          <p:nvPr>
            <p:ph type="title"/>
          </p:nvPr>
        </p:nvSpPr>
        <p:spPr>
          <a:xfrm>
            <a:off x="677334" y="556181"/>
            <a:ext cx="8596668" cy="933254"/>
          </a:xfrm>
        </p:spPr>
        <p:txBody>
          <a:bodyPr>
            <a:normAutofit/>
          </a:bodyPr>
          <a:lstStyle/>
          <a:p>
            <a:r>
              <a:rPr lang="en-US" sz="4000" b="1" dirty="0">
                <a:solidFill>
                  <a:schemeClr val="tx1"/>
                </a:solidFill>
                <a:latin typeface="Arial Black" panose="020B0A04020102020204" pitchFamily="34" charset="0"/>
              </a:rPr>
              <a:t>  SQL DELETE STATEMENT</a:t>
            </a:r>
          </a:p>
        </p:txBody>
      </p:sp>
      <p:sp>
        <p:nvSpPr>
          <p:cNvPr id="3" name="Content Placeholder 2">
            <a:extLst>
              <a:ext uri="{FF2B5EF4-FFF2-40B4-BE49-F238E27FC236}">
                <a16:creationId xmlns:a16="http://schemas.microsoft.com/office/drawing/2014/main" id="{3C7833B4-CB8D-C31D-9D35-0619E4266F50}"/>
              </a:ext>
            </a:extLst>
          </p:cNvPr>
          <p:cNvSpPr>
            <a:spLocks noGrp="1"/>
          </p:cNvSpPr>
          <p:nvPr>
            <p:ph idx="1"/>
          </p:nvPr>
        </p:nvSpPr>
        <p:spPr>
          <a:xfrm>
            <a:off x="677333" y="1611984"/>
            <a:ext cx="9343359" cy="4429378"/>
          </a:xfrm>
        </p:spPr>
        <p:txBody>
          <a:bodyPr>
            <a:normAutofit/>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DELETE</a:t>
            </a:r>
            <a:r>
              <a:rPr lang="en-US" sz="2000" dirty="0">
                <a:latin typeface="Arial" panose="020B0604020202020204" pitchFamily="34" charset="0"/>
                <a:cs typeface="Arial" panose="020B0604020202020204" pitchFamily="34" charset="0"/>
              </a:rPr>
              <a:t> statement is used to delete existing records in a table.</a:t>
            </a: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b="1" dirty="0">
                <a:latin typeface="Arial" panose="020B0604020202020204" pitchFamily="34" charset="0"/>
                <a:cs typeface="Arial" panose="020B0604020202020204" pitchFamily="34" charset="0"/>
              </a:rPr>
              <a:t>NOTE:</a:t>
            </a:r>
            <a:r>
              <a:rPr lang="en-US" dirty="0">
                <a:latin typeface="Arial" panose="020B0604020202020204" pitchFamily="34" charset="0"/>
                <a:cs typeface="Arial" panose="020B0604020202020204" pitchFamily="34" charset="0"/>
              </a:rPr>
              <a:t> Be careful when deleting records in a table. The </a:t>
            </a:r>
            <a:r>
              <a:rPr lang="en-US" b="1" dirty="0">
                <a:latin typeface="Arial" panose="020B0604020202020204" pitchFamily="34" charset="0"/>
                <a:cs typeface="Arial" panose="020B0604020202020204" pitchFamily="34" charset="0"/>
              </a:rPr>
              <a:t>WHERE</a:t>
            </a:r>
            <a:r>
              <a:rPr lang="en-US" dirty="0">
                <a:latin typeface="Arial" panose="020B0604020202020204" pitchFamily="34" charset="0"/>
                <a:cs typeface="Arial" panose="020B0604020202020204" pitchFamily="34" charset="0"/>
              </a:rPr>
              <a:t> clause specifies which record(s) should be deleted. If you omit the </a:t>
            </a:r>
            <a:r>
              <a:rPr lang="en-US" b="1" dirty="0">
                <a:latin typeface="Arial" panose="020B0604020202020204" pitchFamily="34" charset="0"/>
                <a:cs typeface="Arial" panose="020B0604020202020204" pitchFamily="34" charset="0"/>
              </a:rPr>
              <a:t>WHERE</a:t>
            </a:r>
            <a:r>
              <a:rPr lang="en-US" dirty="0">
                <a:latin typeface="Arial" panose="020B0604020202020204" pitchFamily="34" charset="0"/>
                <a:cs typeface="Arial" panose="020B0604020202020204" pitchFamily="34" charset="0"/>
              </a:rPr>
              <a:t> clause, all records in the table will be deleted.</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DELETE FROM </a:t>
            </a:r>
            <a:r>
              <a:rPr lang="en-US" sz="1600" i="1" dirty="0" err="1">
                <a:latin typeface="Arial" panose="020B0604020202020204" pitchFamily="34" charset="0"/>
                <a:cs typeface="Arial" panose="020B0604020202020204" pitchFamily="34" charset="0"/>
              </a:rPr>
              <a:t>table_name</a:t>
            </a:r>
            <a:r>
              <a:rPr lang="en-US" sz="1600" i="1" dirty="0">
                <a:latin typeface="Arial" panose="020B0604020202020204" pitchFamily="34" charset="0"/>
                <a:cs typeface="Arial" panose="020B0604020202020204" pitchFamily="34" charset="0"/>
              </a:rPr>
              <a:t> WHERE condition;</a:t>
            </a:r>
          </a:p>
          <a:p>
            <a:pPr marL="0" indent="0">
              <a:buNone/>
            </a:pPr>
            <a:endParaRPr lang="en-US" sz="1600" i="1"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It is possible to delete all rows in a table without deleting the table. This means that the table structure, attributes, and indexes will be intact.</a:t>
            </a:r>
          </a:p>
          <a:p>
            <a:pPr marL="0" indent="0">
              <a:buNone/>
            </a:pPr>
            <a:r>
              <a:rPr lang="en-US" sz="2000" dirty="0">
                <a:latin typeface="Arial" panose="020B0604020202020204" pitchFamily="34" charset="0"/>
                <a:cs typeface="Arial" panose="020B0604020202020204" pitchFamily="34" charset="0"/>
              </a:rPr>
              <a:t>To delete the table completely, use the </a:t>
            </a:r>
            <a:r>
              <a:rPr lang="en-US" sz="2000" b="1" dirty="0">
                <a:latin typeface="Arial" panose="020B0604020202020204" pitchFamily="34" charset="0"/>
                <a:cs typeface="Arial" panose="020B0604020202020204" pitchFamily="34" charset="0"/>
              </a:rPr>
              <a:t>DROP TABLE </a:t>
            </a:r>
            <a:r>
              <a:rPr lang="en-US" sz="2000" dirty="0">
                <a:latin typeface="Arial" panose="020B0604020202020204" pitchFamily="34" charset="0"/>
                <a:cs typeface="Arial" panose="020B0604020202020204" pitchFamily="34" charset="0"/>
              </a:rPr>
              <a:t>statement.</a:t>
            </a:r>
          </a:p>
        </p:txBody>
      </p:sp>
    </p:spTree>
    <p:extLst>
      <p:ext uri="{BB962C8B-B14F-4D97-AF65-F5344CB8AC3E}">
        <p14:creationId xmlns:p14="http://schemas.microsoft.com/office/powerpoint/2010/main" val="1546209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7C93-05D1-F45A-15C2-378827608B3C}"/>
              </a:ext>
            </a:extLst>
          </p:cNvPr>
          <p:cNvSpPr>
            <a:spLocks noGrp="1"/>
          </p:cNvSpPr>
          <p:nvPr>
            <p:ph type="title"/>
          </p:nvPr>
        </p:nvSpPr>
        <p:spPr>
          <a:xfrm>
            <a:off x="677334" y="386499"/>
            <a:ext cx="8596668" cy="857840"/>
          </a:xfrm>
        </p:spPr>
        <p:txBody>
          <a:bodyPr>
            <a:normAutofit/>
          </a:bodyPr>
          <a:lstStyle/>
          <a:p>
            <a:r>
              <a:rPr lang="en-US" sz="4000" b="1" dirty="0">
                <a:solidFill>
                  <a:schemeClr val="tx1"/>
                </a:solidFill>
                <a:latin typeface="Arial Black" panose="020B0A04020102020204" pitchFamily="34" charset="0"/>
              </a:rPr>
              <a:t>    SQL SELECT TOP clause</a:t>
            </a:r>
          </a:p>
        </p:txBody>
      </p:sp>
      <p:sp>
        <p:nvSpPr>
          <p:cNvPr id="3" name="Content Placeholder 2">
            <a:extLst>
              <a:ext uri="{FF2B5EF4-FFF2-40B4-BE49-F238E27FC236}">
                <a16:creationId xmlns:a16="http://schemas.microsoft.com/office/drawing/2014/main" id="{0FB72D1B-B28F-2A93-EB1F-66E8D715F8D0}"/>
              </a:ext>
            </a:extLst>
          </p:cNvPr>
          <p:cNvSpPr>
            <a:spLocks noGrp="1"/>
          </p:cNvSpPr>
          <p:nvPr>
            <p:ph idx="1"/>
          </p:nvPr>
        </p:nvSpPr>
        <p:spPr>
          <a:xfrm>
            <a:off x="677334" y="1338607"/>
            <a:ext cx="9286798" cy="4496586"/>
          </a:xfrm>
        </p:spPr>
        <p:txBody>
          <a:bodyPr>
            <a:normAutofit/>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SELECT TOP </a:t>
            </a:r>
            <a:r>
              <a:rPr lang="en-US" sz="2000" dirty="0">
                <a:latin typeface="Arial" panose="020B0604020202020204" pitchFamily="34" charset="0"/>
                <a:cs typeface="Arial" panose="020B0604020202020204" pitchFamily="34" charset="0"/>
              </a:rPr>
              <a:t>clause is used to specify the number of records to return.</a:t>
            </a:r>
          </a:p>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SELECT TOP </a:t>
            </a:r>
            <a:r>
              <a:rPr lang="en-US" sz="2000" dirty="0">
                <a:latin typeface="Arial" panose="020B0604020202020204" pitchFamily="34" charset="0"/>
                <a:cs typeface="Arial" panose="020B0604020202020204" pitchFamily="34" charset="0"/>
              </a:rPr>
              <a:t>clause is useful on large tables with thousands of records. Returning a large number of records can impact performance.</a:t>
            </a:r>
          </a:p>
          <a:p>
            <a:pPr marL="0" indent="0">
              <a:buNone/>
            </a:pPr>
            <a:r>
              <a:rPr lang="en-US" sz="2000" dirty="0">
                <a:latin typeface="Arial" panose="020B0604020202020204" pitchFamily="34" charset="0"/>
                <a:cs typeface="Arial" panose="020B0604020202020204" pitchFamily="34" charset="0"/>
              </a:rPr>
              <a:t>Not all database systems support the </a:t>
            </a:r>
            <a:r>
              <a:rPr lang="en-US" sz="2000" b="1" dirty="0">
                <a:latin typeface="Arial" panose="020B0604020202020204" pitchFamily="34" charset="0"/>
                <a:cs typeface="Arial" panose="020B0604020202020204" pitchFamily="34" charset="0"/>
              </a:rPr>
              <a:t>SELECT TOP </a:t>
            </a:r>
            <a:r>
              <a:rPr lang="en-US" sz="2000" dirty="0">
                <a:latin typeface="Arial" panose="020B0604020202020204" pitchFamily="34" charset="0"/>
                <a:cs typeface="Arial" panose="020B0604020202020204" pitchFamily="34" charset="0"/>
              </a:rPr>
              <a:t>clause.  MySQL supports the LIMIT clause to select a limited number of records, while Oracle uses </a:t>
            </a:r>
            <a:r>
              <a:rPr lang="en-US" sz="2000" b="1" dirty="0">
                <a:latin typeface="Arial" panose="020B0604020202020204" pitchFamily="34" charset="0"/>
                <a:cs typeface="Arial" panose="020B0604020202020204" pitchFamily="34" charset="0"/>
              </a:rPr>
              <a:t>FETCH</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FIRST</a:t>
            </a:r>
            <a:r>
              <a:rPr lang="en-US" sz="2000" dirty="0">
                <a:latin typeface="Arial" panose="020B0604020202020204" pitchFamily="34" charset="0"/>
                <a:cs typeface="Arial" panose="020B0604020202020204" pitchFamily="34" charset="0"/>
              </a:rPr>
              <a:t> clause.</a:t>
            </a:r>
          </a:p>
          <a:p>
            <a:pPr marL="0" indent="0">
              <a:buNone/>
            </a:pPr>
            <a:r>
              <a:rPr lang="en-US" b="1" dirty="0">
                <a:latin typeface="Arial" panose="020B0604020202020204" pitchFamily="34" charset="0"/>
                <a:cs typeface="Arial" panose="020B0604020202020204" pitchFamily="34" charset="0"/>
              </a:rPr>
              <a:t>MySQL Syntax:</a:t>
            </a:r>
          </a:p>
          <a:p>
            <a:pPr marL="0" indent="0">
              <a:buNone/>
            </a:pPr>
            <a:r>
              <a:rPr lang="en-US" sz="1600" i="1" dirty="0">
                <a:latin typeface="Arial" panose="020B0604020202020204" pitchFamily="34" charset="0"/>
                <a:cs typeface="Arial" panose="020B0604020202020204" pitchFamily="34" charset="0"/>
              </a:rPr>
              <a:t>SELECT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(s)</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table_name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condition</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LIMIT number;</a:t>
            </a:r>
          </a:p>
        </p:txBody>
      </p:sp>
    </p:spTree>
    <p:extLst>
      <p:ext uri="{BB962C8B-B14F-4D97-AF65-F5344CB8AC3E}">
        <p14:creationId xmlns:p14="http://schemas.microsoft.com/office/powerpoint/2010/main" val="314708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CE55-46BA-C815-6969-33549868FD7F}"/>
              </a:ext>
            </a:extLst>
          </p:cNvPr>
          <p:cNvSpPr>
            <a:spLocks noGrp="1"/>
          </p:cNvSpPr>
          <p:nvPr>
            <p:ph type="title"/>
          </p:nvPr>
        </p:nvSpPr>
        <p:spPr>
          <a:xfrm>
            <a:off x="677334" y="461914"/>
            <a:ext cx="8596668" cy="697583"/>
          </a:xfrm>
        </p:spPr>
        <p:txBody>
          <a:bodyPr>
            <a:normAutofit fontScale="90000"/>
          </a:bodyPr>
          <a:lstStyle/>
          <a:p>
            <a:r>
              <a:rPr lang="en-US" sz="4000" b="1" dirty="0">
                <a:solidFill>
                  <a:schemeClr val="tx1"/>
                </a:solidFill>
                <a:latin typeface="Arial Black" panose="020B0A04020102020204" pitchFamily="34" charset="0"/>
              </a:rPr>
              <a:t> SQL AGGREGATE FUNCTIONS</a:t>
            </a:r>
          </a:p>
        </p:txBody>
      </p:sp>
      <p:sp>
        <p:nvSpPr>
          <p:cNvPr id="3" name="Content Placeholder 2">
            <a:extLst>
              <a:ext uri="{FF2B5EF4-FFF2-40B4-BE49-F238E27FC236}">
                <a16:creationId xmlns:a16="http://schemas.microsoft.com/office/drawing/2014/main" id="{6BB9C5DC-7935-25A7-1AAE-987218C430AE}"/>
              </a:ext>
            </a:extLst>
          </p:cNvPr>
          <p:cNvSpPr>
            <a:spLocks noGrp="1"/>
          </p:cNvSpPr>
          <p:nvPr>
            <p:ph idx="1"/>
          </p:nvPr>
        </p:nvSpPr>
        <p:spPr>
          <a:xfrm>
            <a:off x="677334" y="1263193"/>
            <a:ext cx="9494188" cy="4778170"/>
          </a:xfrm>
        </p:spPr>
        <p:txBody>
          <a:bodyPr/>
          <a:lstStyle/>
          <a:p>
            <a:pPr marL="0" indent="0">
              <a:buNone/>
            </a:pPr>
            <a:r>
              <a:rPr lang="en-US" dirty="0">
                <a:latin typeface="Arial" panose="020B0604020202020204" pitchFamily="34" charset="0"/>
                <a:cs typeface="Arial" panose="020B0604020202020204" pitchFamily="34" charset="0"/>
              </a:rPr>
              <a:t>An aggregate function is a function that performs a calculation on a set of values, and returns a single value.</a:t>
            </a:r>
          </a:p>
          <a:p>
            <a:pPr marL="0" indent="0">
              <a:buNone/>
            </a:pPr>
            <a:r>
              <a:rPr lang="en-US" dirty="0">
                <a:latin typeface="Arial" panose="020B0604020202020204" pitchFamily="34" charset="0"/>
                <a:cs typeface="Arial" panose="020B0604020202020204" pitchFamily="34" charset="0"/>
              </a:rPr>
              <a:t>Aggregate functions are often used with the </a:t>
            </a:r>
            <a:r>
              <a:rPr lang="en-US" b="1" dirty="0">
                <a:latin typeface="Arial" panose="020B0604020202020204" pitchFamily="34" charset="0"/>
                <a:cs typeface="Arial" panose="020B0604020202020204" pitchFamily="34" charset="0"/>
              </a:rPr>
              <a:t>GROUP BY </a:t>
            </a:r>
            <a:r>
              <a:rPr lang="en-US" dirty="0">
                <a:latin typeface="Arial" panose="020B0604020202020204" pitchFamily="34" charset="0"/>
                <a:cs typeface="Arial" panose="020B0604020202020204" pitchFamily="34" charset="0"/>
              </a:rPr>
              <a:t>clause of the </a:t>
            </a:r>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statement. The </a:t>
            </a:r>
            <a:r>
              <a:rPr lang="en-US" b="1" dirty="0">
                <a:latin typeface="Arial" panose="020B0604020202020204" pitchFamily="34" charset="0"/>
                <a:cs typeface="Arial" panose="020B0604020202020204" pitchFamily="34" charset="0"/>
              </a:rPr>
              <a:t>GROUP BY  </a:t>
            </a:r>
            <a:r>
              <a:rPr lang="en-US" dirty="0" err="1">
                <a:latin typeface="Arial" panose="020B0604020202020204" pitchFamily="34" charset="0"/>
                <a:cs typeface="Arial" panose="020B0604020202020204" pitchFamily="34" charset="0"/>
              </a:rPr>
              <a:t>lause</a:t>
            </a:r>
            <a:r>
              <a:rPr lang="en-US" dirty="0">
                <a:latin typeface="Arial" panose="020B0604020202020204" pitchFamily="34" charset="0"/>
                <a:cs typeface="Arial" panose="020B0604020202020204" pitchFamily="34" charset="0"/>
              </a:rPr>
              <a:t> splits the result-set into groups of values and the aggregate function can be used to return a single value for each group.</a:t>
            </a:r>
          </a:p>
          <a:p>
            <a:pPr marL="0" indent="0">
              <a:buNone/>
            </a:pPr>
            <a:r>
              <a:rPr lang="en-US" dirty="0">
                <a:latin typeface="Arial" panose="020B0604020202020204" pitchFamily="34" charset="0"/>
                <a:cs typeface="Arial" panose="020B0604020202020204" pitchFamily="34" charset="0"/>
              </a:rPr>
              <a:t>The most commonly used SQL aggregate functions are:</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MIN() </a:t>
            </a:r>
            <a:r>
              <a:rPr lang="en-US" dirty="0">
                <a:latin typeface="Arial" panose="020B0604020202020204" pitchFamily="34" charset="0"/>
                <a:cs typeface="Arial" panose="020B0604020202020204" pitchFamily="34" charset="0"/>
              </a:rPr>
              <a:t>- returns the smallest value within the selected column.</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MAX() </a:t>
            </a:r>
            <a:r>
              <a:rPr lang="en-US" dirty="0">
                <a:latin typeface="Arial" panose="020B0604020202020204" pitchFamily="34" charset="0"/>
                <a:cs typeface="Arial" panose="020B0604020202020204" pitchFamily="34" charset="0"/>
              </a:rPr>
              <a:t>- returns the largest value within the selected column.</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COUNT() </a:t>
            </a:r>
            <a:r>
              <a:rPr lang="en-US" dirty="0">
                <a:latin typeface="Arial" panose="020B0604020202020204" pitchFamily="34" charset="0"/>
                <a:cs typeface="Arial" panose="020B0604020202020204" pitchFamily="34" charset="0"/>
              </a:rPr>
              <a:t>- returns the number of rows in a set.</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SUM() </a:t>
            </a:r>
            <a:r>
              <a:rPr lang="en-US" dirty="0">
                <a:latin typeface="Arial" panose="020B0604020202020204" pitchFamily="34" charset="0"/>
                <a:cs typeface="Arial" panose="020B0604020202020204" pitchFamily="34" charset="0"/>
              </a:rPr>
              <a:t>- returns the total sum of a numerical column.</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AVG() </a:t>
            </a:r>
            <a:r>
              <a:rPr lang="en-US" dirty="0">
                <a:latin typeface="Arial" panose="020B0604020202020204" pitchFamily="34" charset="0"/>
                <a:cs typeface="Arial" panose="020B0604020202020204" pitchFamily="34" charset="0"/>
              </a:rPr>
              <a:t>- returns the average value of a numerical column.</a:t>
            </a:r>
          </a:p>
          <a:p>
            <a:pPr marL="0" indent="0">
              <a:buNone/>
            </a:pPr>
            <a:r>
              <a:rPr lang="en-US" dirty="0">
                <a:latin typeface="Arial" panose="020B0604020202020204" pitchFamily="34" charset="0"/>
                <a:cs typeface="Arial" panose="020B0604020202020204" pitchFamily="34" charset="0"/>
              </a:rPr>
              <a:t>Aggregate functions ignore null values (except for </a:t>
            </a:r>
            <a:r>
              <a:rPr lang="en-US" b="1" dirty="0">
                <a:latin typeface="Arial" panose="020B0604020202020204" pitchFamily="34" charset="0"/>
                <a:cs typeface="Arial" panose="020B0604020202020204" pitchFamily="34" charset="0"/>
              </a:rPr>
              <a:t>COUNT(*)</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4366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038DD-D5DC-601E-D700-89648256C821}"/>
              </a:ext>
            </a:extLst>
          </p:cNvPr>
          <p:cNvSpPr>
            <a:spLocks noGrp="1"/>
          </p:cNvSpPr>
          <p:nvPr>
            <p:ph type="title"/>
          </p:nvPr>
        </p:nvSpPr>
        <p:spPr>
          <a:xfrm>
            <a:off x="677334" y="609600"/>
            <a:ext cx="8596668" cy="832701"/>
          </a:xfrm>
        </p:spPr>
        <p:txBody>
          <a:bodyPr/>
          <a:lstStyle/>
          <a:p>
            <a:r>
              <a:rPr lang="en-US" b="1" dirty="0">
                <a:solidFill>
                  <a:schemeClr val="tx1"/>
                </a:solidFill>
                <a:latin typeface="Arial Black" panose="020B0A04020102020204" pitchFamily="34" charset="0"/>
              </a:rPr>
              <a:t>        SQL LIKE OPERATOR</a:t>
            </a:r>
          </a:p>
        </p:txBody>
      </p:sp>
      <p:sp>
        <p:nvSpPr>
          <p:cNvPr id="3" name="Content Placeholder 2">
            <a:extLst>
              <a:ext uri="{FF2B5EF4-FFF2-40B4-BE49-F238E27FC236}">
                <a16:creationId xmlns:a16="http://schemas.microsoft.com/office/drawing/2014/main" id="{FF87524A-EECF-E921-B577-514C3FA70251}"/>
              </a:ext>
            </a:extLst>
          </p:cNvPr>
          <p:cNvSpPr>
            <a:spLocks noGrp="1"/>
          </p:cNvSpPr>
          <p:nvPr>
            <p:ph idx="1"/>
          </p:nvPr>
        </p:nvSpPr>
        <p:spPr>
          <a:xfrm>
            <a:off x="677334" y="1263192"/>
            <a:ext cx="8596668" cy="4778171"/>
          </a:xfrm>
        </p:spPr>
        <p:txBody>
          <a:bodyPr>
            <a:noAutofit/>
          </a:bodyPr>
          <a:lstStyle/>
          <a:p>
            <a:pPr marL="0" indent="0">
              <a:buNone/>
            </a:pPr>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LIKE</a:t>
            </a:r>
            <a:r>
              <a:rPr lang="en-US" sz="2400" dirty="0">
                <a:latin typeface="Arial" panose="020B0604020202020204" pitchFamily="34" charset="0"/>
                <a:cs typeface="Arial" panose="020B0604020202020204" pitchFamily="34" charset="0"/>
              </a:rPr>
              <a:t> operator is used in a </a:t>
            </a:r>
            <a:r>
              <a:rPr lang="en-US" sz="2400" b="1" dirty="0">
                <a:latin typeface="Arial" panose="020B0604020202020204" pitchFamily="34" charset="0"/>
                <a:cs typeface="Arial" panose="020B0604020202020204" pitchFamily="34" charset="0"/>
              </a:rPr>
              <a:t>WHERE</a:t>
            </a:r>
            <a:r>
              <a:rPr lang="en-US" sz="2400" dirty="0">
                <a:latin typeface="Arial" panose="020B0604020202020204" pitchFamily="34" charset="0"/>
                <a:cs typeface="Arial" panose="020B0604020202020204" pitchFamily="34" charset="0"/>
              </a:rPr>
              <a:t> clause to search for a specified pattern in a column.</a:t>
            </a:r>
          </a:p>
          <a:p>
            <a:pPr marL="0" indent="0">
              <a:buNone/>
            </a:pPr>
            <a:r>
              <a:rPr lang="en-US" sz="2400" dirty="0">
                <a:latin typeface="Arial" panose="020B0604020202020204" pitchFamily="34" charset="0"/>
                <a:cs typeface="Arial" panose="020B0604020202020204" pitchFamily="34" charset="0"/>
              </a:rPr>
              <a:t>There are two wildcards often used in conjunction with the </a:t>
            </a:r>
            <a:r>
              <a:rPr lang="en-US" sz="2400" b="1" dirty="0">
                <a:latin typeface="Arial" panose="020B0604020202020204" pitchFamily="34" charset="0"/>
                <a:cs typeface="Arial" panose="020B0604020202020204" pitchFamily="34" charset="0"/>
              </a:rPr>
              <a:t>LIKE</a:t>
            </a:r>
            <a:r>
              <a:rPr lang="en-US" sz="2400" dirty="0">
                <a:latin typeface="Arial" panose="020B0604020202020204" pitchFamily="34" charset="0"/>
                <a:cs typeface="Arial" panose="020B0604020202020204" pitchFamily="34" charset="0"/>
              </a:rPr>
              <a:t> operator;</a:t>
            </a:r>
          </a:p>
          <a:p>
            <a:pPr marL="0" indent="0">
              <a:buNone/>
            </a:pPr>
            <a:r>
              <a:rPr lang="en-US" sz="2400" dirty="0">
                <a:latin typeface="Arial" panose="020B0604020202020204" pitchFamily="34" charset="0"/>
                <a:cs typeface="Arial" panose="020B0604020202020204" pitchFamily="34" charset="0"/>
              </a:rPr>
              <a:t>The percent sign </a:t>
            </a:r>
            <a:r>
              <a:rPr lang="en-US" sz="2400" b="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represents zero, one, or multiple characters.</a:t>
            </a:r>
          </a:p>
          <a:p>
            <a:pPr marL="0" indent="0">
              <a:buNone/>
            </a:pPr>
            <a:r>
              <a:rPr lang="en-US" sz="2400" dirty="0">
                <a:latin typeface="Arial" panose="020B0604020202020204" pitchFamily="34" charset="0"/>
                <a:cs typeface="Arial" panose="020B0604020202020204" pitchFamily="34" charset="0"/>
              </a:rPr>
              <a:t>The underscore sign </a:t>
            </a:r>
            <a:r>
              <a:rPr lang="en-US" sz="2400" b="1" dirty="0">
                <a:latin typeface="Arial" panose="020B0604020202020204" pitchFamily="34" charset="0"/>
                <a:cs typeface="Arial" panose="020B0604020202020204" pitchFamily="34" charset="0"/>
              </a:rPr>
              <a:t>_</a:t>
            </a:r>
            <a:r>
              <a:rPr lang="en-US" sz="2400" dirty="0">
                <a:latin typeface="Arial" panose="020B0604020202020204" pitchFamily="34" charset="0"/>
                <a:cs typeface="Arial" panose="020B0604020202020204" pitchFamily="34" charset="0"/>
              </a:rPr>
              <a:t> represents one, single character.</a:t>
            </a:r>
          </a:p>
          <a:p>
            <a:pPr marL="0" indent="0">
              <a:buNone/>
            </a:pPr>
            <a:r>
              <a:rPr lang="en-US" sz="2000"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column1, column2,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table_name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a:t>
            </a:r>
            <a:r>
              <a:rPr lang="en-US" sz="1600" i="1" dirty="0" err="1">
                <a:latin typeface="Arial" panose="020B0604020202020204" pitchFamily="34" charset="0"/>
                <a:cs typeface="Arial" panose="020B0604020202020204" pitchFamily="34" charset="0"/>
              </a:rPr>
              <a:t>columnN</a:t>
            </a:r>
            <a:r>
              <a:rPr lang="en-US" sz="1600" i="1" dirty="0">
                <a:latin typeface="Arial" panose="020B0604020202020204" pitchFamily="34" charset="0"/>
                <a:cs typeface="Arial" panose="020B0604020202020204" pitchFamily="34" charset="0"/>
              </a:rPr>
              <a:t> LIKE pattern;</a:t>
            </a:r>
          </a:p>
        </p:txBody>
      </p:sp>
    </p:spTree>
    <p:extLst>
      <p:ext uri="{BB962C8B-B14F-4D97-AF65-F5344CB8AC3E}">
        <p14:creationId xmlns:p14="http://schemas.microsoft.com/office/powerpoint/2010/main" val="3143036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49B37-39FB-01CE-A24E-84FC36E1DD04}"/>
              </a:ext>
            </a:extLst>
          </p:cNvPr>
          <p:cNvSpPr>
            <a:spLocks noGrp="1"/>
          </p:cNvSpPr>
          <p:nvPr>
            <p:ph type="title"/>
          </p:nvPr>
        </p:nvSpPr>
        <p:spPr>
          <a:xfrm>
            <a:off x="677334" y="490194"/>
            <a:ext cx="8596668" cy="942680"/>
          </a:xfrm>
        </p:spPr>
        <p:txBody>
          <a:bodyPr/>
          <a:lstStyle/>
          <a:p>
            <a:r>
              <a:rPr lang="en-US" b="1" dirty="0">
                <a:solidFill>
                  <a:schemeClr val="tx1"/>
                </a:solidFill>
                <a:latin typeface="Arial Black" panose="020B0A04020102020204" pitchFamily="34" charset="0"/>
              </a:rPr>
              <a:t>      SQL Wildcard characters</a:t>
            </a:r>
          </a:p>
        </p:txBody>
      </p:sp>
      <p:sp>
        <p:nvSpPr>
          <p:cNvPr id="3" name="Content Placeholder 2">
            <a:extLst>
              <a:ext uri="{FF2B5EF4-FFF2-40B4-BE49-F238E27FC236}">
                <a16:creationId xmlns:a16="http://schemas.microsoft.com/office/drawing/2014/main" id="{25ED61B7-B8E1-B140-4E5D-663221714549}"/>
              </a:ext>
            </a:extLst>
          </p:cNvPr>
          <p:cNvSpPr>
            <a:spLocks noGrp="1"/>
          </p:cNvSpPr>
          <p:nvPr>
            <p:ph idx="1"/>
          </p:nvPr>
        </p:nvSpPr>
        <p:spPr>
          <a:xfrm>
            <a:off x="677334" y="1432875"/>
            <a:ext cx="8596668" cy="4608488"/>
          </a:xfrm>
        </p:spPr>
        <p:txBody>
          <a:bodyPr/>
          <a:lstStyle/>
          <a:p>
            <a:pPr marL="0" indent="0">
              <a:buNone/>
            </a:pPr>
            <a:r>
              <a:rPr lang="en-US" dirty="0">
                <a:latin typeface="Arial" panose="020B0604020202020204" pitchFamily="34" charset="0"/>
                <a:cs typeface="Arial" panose="020B0604020202020204" pitchFamily="34" charset="0"/>
              </a:rPr>
              <a:t>A wildcard character is used to substitute one or more characters in a string.</a:t>
            </a:r>
          </a:p>
          <a:p>
            <a:pPr marL="0" indent="0">
              <a:buNone/>
            </a:pPr>
            <a:r>
              <a:rPr lang="en-US" dirty="0">
                <a:latin typeface="Arial" panose="020B0604020202020204" pitchFamily="34" charset="0"/>
                <a:cs typeface="Arial" panose="020B0604020202020204" pitchFamily="34" charset="0"/>
              </a:rPr>
              <a:t>Wildcard characters are used with the </a:t>
            </a:r>
            <a:r>
              <a:rPr lang="en-US" b="1" dirty="0">
                <a:latin typeface="Arial" panose="020B0604020202020204" pitchFamily="34" charset="0"/>
                <a:cs typeface="Arial" panose="020B0604020202020204" pitchFamily="34" charset="0"/>
              </a:rPr>
              <a:t>LIKE</a:t>
            </a:r>
            <a:r>
              <a:rPr lang="en-US" dirty="0">
                <a:latin typeface="Arial" panose="020B0604020202020204" pitchFamily="34" charset="0"/>
                <a:cs typeface="Arial" panose="020B0604020202020204" pitchFamily="34" charset="0"/>
              </a:rPr>
              <a:t> operator. The </a:t>
            </a:r>
            <a:r>
              <a:rPr lang="en-US" b="1" dirty="0">
                <a:latin typeface="Arial" panose="020B0604020202020204" pitchFamily="34" charset="0"/>
                <a:cs typeface="Arial" panose="020B0604020202020204" pitchFamily="34" charset="0"/>
              </a:rPr>
              <a:t>LIKE</a:t>
            </a:r>
            <a:r>
              <a:rPr lang="en-US" dirty="0">
                <a:latin typeface="Arial" panose="020B0604020202020204" pitchFamily="34" charset="0"/>
                <a:cs typeface="Arial" panose="020B0604020202020204" pitchFamily="34" charset="0"/>
              </a:rPr>
              <a:t> operator is used in a </a:t>
            </a:r>
            <a:r>
              <a:rPr lang="en-US" b="1" dirty="0">
                <a:latin typeface="Arial" panose="020B0604020202020204" pitchFamily="34" charset="0"/>
                <a:cs typeface="Arial" panose="020B0604020202020204" pitchFamily="34" charset="0"/>
              </a:rPr>
              <a:t>WHERE</a:t>
            </a:r>
            <a:r>
              <a:rPr lang="en-US" dirty="0">
                <a:latin typeface="Arial" panose="020B0604020202020204" pitchFamily="34" charset="0"/>
                <a:cs typeface="Arial" panose="020B0604020202020204" pitchFamily="34" charset="0"/>
              </a:rPr>
              <a:t> clause to search for a specified pattern in a column.</a:t>
            </a:r>
          </a:p>
          <a:p>
            <a:pPr marL="0" indent="0">
              <a:buNone/>
            </a:pPr>
            <a:r>
              <a:rPr lang="en-US" dirty="0">
                <a:latin typeface="Arial" panose="020B0604020202020204" pitchFamily="34" charset="0"/>
                <a:cs typeface="Arial" panose="020B0604020202020204" pitchFamily="34" charset="0"/>
              </a:rPr>
              <a:t>Wildcard characters</a:t>
            </a:r>
          </a:p>
          <a:p>
            <a:pPr marL="0" indent="0">
              <a:buNone/>
            </a:pPr>
            <a:r>
              <a:rPr lang="en-US" b="1" dirty="0">
                <a:latin typeface="Arial" panose="020B0604020202020204" pitchFamily="34" charset="0"/>
                <a:cs typeface="Arial" panose="020B0604020202020204" pitchFamily="34" charset="0"/>
              </a:rPr>
              <a:t>Symbol</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Description</a:t>
            </a:r>
          </a:p>
          <a:p>
            <a:pPr marL="0" indent="0">
              <a:buNone/>
            </a:pP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Represents zero or more characters.</a:t>
            </a:r>
          </a:p>
          <a:p>
            <a:pPr marL="0" indent="0">
              <a:buNone/>
            </a:pPr>
            <a:r>
              <a:rPr lang="en-US" b="1" dirty="0">
                <a:latin typeface="Arial" panose="020B0604020202020204" pitchFamily="34" charset="0"/>
                <a:cs typeface="Arial" panose="020B0604020202020204" pitchFamily="34" charset="0"/>
              </a:rPr>
              <a:t>_</a:t>
            </a:r>
            <a:r>
              <a:rPr lang="en-US" dirty="0">
                <a:latin typeface="Arial" panose="020B0604020202020204" pitchFamily="34" charset="0"/>
                <a:cs typeface="Arial" panose="020B0604020202020204" pitchFamily="34" charset="0"/>
              </a:rPr>
              <a:t>                  Represents a single character.</a:t>
            </a:r>
          </a:p>
          <a:p>
            <a:pPr marL="0" indent="0">
              <a:buNone/>
            </a:pP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Represents any single character within the brackets. *</a:t>
            </a:r>
          </a:p>
          <a:p>
            <a:pPr marL="0" indent="0">
              <a:buNone/>
            </a:pP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Represents any character not in the brackets. *</a:t>
            </a:r>
          </a:p>
          <a:p>
            <a:pPr marL="0" indent="0">
              <a:buNone/>
            </a:pP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Represents any single character within the specified range. *</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Represents any escaped character **</a:t>
            </a:r>
          </a:p>
        </p:txBody>
      </p:sp>
    </p:spTree>
    <p:extLst>
      <p:ext uri="{BB962C8B-B14F-4D97-AF65-F5344CB8AC3E}">
        <p14:creationId xmlns:p14="http://schemas.microsoft.com/office/powerpoint/2010/main" val="659997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28F9E-80A9-F70A-7F4E-4CB7E48AE038}"/>
              </a:ext>
            </a:extLst>
          </p:cNvPr>
          <p:cNvSpPr>
            <a:spLocks noGrp="1"/>
          </p:cNvSpPr>
          <p:nvPr>
            <p:ph type="title"/>
          </p:nvPr>
        </p:nvSpPr>
        <p:spPr>
          <a:xfrm>
            <a:off x="677334" y="449344"/>
            <a:ext cx="8596668" cy="879835"/>
          </a:xfrm>
        </p:spPr>
        <p:txBody>
          <a:bodyPr/>
          <a:lstStyle/>
          <a:p>
            <a:r>
              <a:rPr lang="en-US" b="1" dirty="0">
                <a:solidFill>
                  <a:schemeClr val="tx1"/>
                </a:solidFill>
                <a:latin typeface="Arial Black" panose="020B0A04020102020204" pitchFamily="34" charset="0"/>
              </a:rPr>
              <a:t>            SQL IN operator</a:t>
            </a:r>
          </a:p>
        </p:txBody>
      </p:sp>
      <p:sp>
        <p:nvSpPr>
          <p:cNvPr id="3" name="Content Placeholder 2">
            <a:extLst>
              <a:ext uri="{FF2B5EF4-FFF2-40B4-BE49-F238E27FC236}">
                <a16:creationId xmlns:a16="http://schemas.microsoft.com/office/drawing/2014/main" id="{A8F0B2BB-79F3-6552-BC4C-AB539651C560}"/>
              </a:ext>
            </a:extLst>
          </p:cNvPr>
          <p:cNvSpPr>
            <a:spLocks noGrp="1"/>
          </p:cNvSpPr>
          <p:nvPr>
            <p:ph idx="1"/>
          </p:nvPr>
        </p:nvSpPr>
        <p:spPr>
          <a:xfrm>
            <a:off x="677334" y="1329179"/>
            <a:ext cx="8596668" cy="4448232"/>
          </a:xfrm>
        </p:spPr>
        <p:txBody>
          <a:bodyPr>
            <a:normAutofit/>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IN</a:t>
            </a:r>
            <a:r>
              <a:rPr lang="en-US" sz="2000" dirty="0">
                <a:latin typeface="Arial" panose="020B0604020202020204" pitchFamily="34" charset="0"/>
                <a:cs typeface="Arial" panose="020B0604020202020204" pitchFamily="34" charset="0"/>
              </a:rPr>
              <a:t> operator allows you to specify multiple values in a </a:t>
            </a:r>
            <a:r>
              <a:rPr lang="en-US" sz="2000" b="1" dirty="0">
                <a:latin typeface="Arial" panose="020B0604020202020204" pitchFamily="34" charset="0"/>
                <a:cs typeface="Arial" panose="020B0604020202020204" pitchFamily="34" charset="0"/>
              </a:rPr>
              <a:t>WHERE</a:t>
            </a:r>
            <a:r>
              <a:rPr lang="en-US" sz="2000" dirty="0">
                <a:latin typeface="Arial" panose="020B0604020202020204" pitchFamily="34" charset="0"/>
                <a:cs typeface="Arial" panose="020B0604020202020204" pitchFamily="34" charset="0"/>
              </a:rPr>
              <a:t> clause.</a:t>
            </a:r>
          </a:p>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IN</a:t>
            </a:r>
            <a:r>
              <a:rPr lang="en-US" sz="2000" dirty="0">
                <a:latin typeface="Arial" panose="020B0604020202020204" pitchFamily="34" charset="0"/>
                <a:cs typeface="Arial" panose="020B0604020202020204" pitchFamily="34" charset="0"/>
              </a:rPr>
              <a:t> operator is a shorthand for multiple </a:t>
            </a:r>
            <a:r>
              <a:rPr lang="en-US" sz="2000" b="1" dirty="0">
                <a:latin typeface="Arial" panose="020B0604020202020204" pitchFamily="34" charset="0"/>
                <a:cs typeface="Arial" panose="020B0604020202020204" pitchFamily="34" charset="0"/>
              </a:rPr>
              <a:t>OR</a:t>
            </a:r>
            <a:r>
              <a:rPr lang="en-US" sz="2000" dirty="0">
                <a:latin typeface="Arial" panose="020B0604020202020204" pitchFamily="34" charset="0"/>
                <a:cs typeface="Arial" panose="020B0604020202020204" pitchFamily="34" charset="0"/>
              </a:rPr>
              <a:t> conditions.</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(s)</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table_name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 IN (value1, value2, ...);</a:t>
            </a:r>
          </a:p>
          <a:p>
            <a:pPr marL="0" indent="0">
              <a:buNone/>
            </a:pPr>
            <a:r>
              <a:rPr lang="en-US" sz="2000" dirty="0">
                <a:latin typeface="Arial" panose="020B0604020202020204" pitchFamily="34" charset="0"/>
                <a:cs typeface="Arial" panose="020B0604020202020204" pitchFamily="34" charset="0"/>
              </a:rPr>
              <a:t>By using the </a:t>
            </a:r>
            <a:r>
              <a:rPr lang="en-US" sz="2000" b="1" dirty="0">
                <a:latin typeface="Arial" panose="020B0604020202020204" pitchFamily="34" charset="0"/>
                <a:cs typeface="Arial" panose="020B0604020202020204" pitchFamily="34" charset="0"/>
              </a:rPr>
              <a:t>NOT</a:t>
            </a:r>
            <a:r>
              <a:rPr lang="en-US" sz="2000" dirty="0">
                <a:latin typeface="Arial" panose="020B0604020202020204" pitchFamily="34" charset="0"/>
                <a:cs typeface="Arial" panose="020B0604020202020204" pitchFamily="34" charset="0"/>
              </a:rPr>
              <a:t> keyword </a:t>
            </a:r>
            <a:r>
              <a:rPr lang="en-US" sz="2000" dirty="0" err="1">
                <a:latin typeface="Arial" panose="020B0604020202020204" pitchFamily="34" charset="0"/>
                <a:cs typeface="Arial" panose="020B0604020202020204" pitchFamily="34" charset="0"/>
              </a:rPr>
              <a:t>infront</a:t>
            </a:r>
            <a:r>
              <a:rPr lang="en-US" sz="2000" dirty="0">
                <a:latin typeface="Arial" panose="020B0604020202020204" pitchFamily="34" charset="0"/>
                <a:cs typeface="Arial" panose="020B0604020202020204" pitchFamily="34" charset="0"/>
              </a:rPr>
              <a:t> of the </a:t>
            </a:r>
            <a:r>
              <a:rPr lang="en-US" sz="2000" b="1" dirty="0">
                <a:latin typeface="Arial" panose="020B0604020202020204" pitchFamily="34" charset="0"/>
                <a:cs typeface="Arial" panose="020B0604020202020204" pitchFamily="34" charset="0"/>
              </a:rPr>
              <a:t>IN</a:t>
            </a:r>
            <a:r>
              <a:rPr lang="en-US" sz="2000" dirty="0">
                <a:latin typeface="Arial" panose="020B0604020202020204" pitchFamily="34" charset="0"/>
                <a:cs typeface="Arial" panose="020B0604020202020204" pitchFamily="34" charset="0"/>
              </a:rPr>
              <a:t> operator you return all records that are NOT any of the values in the list.</a:t>
            </a:r>
          </a:p>
          <a:p>
            <a:pPr marL="0" indent="0">
              <a:buNone/>
            </a:pPr>
            <a:r>
              <a:rPr lang="en-US" sz="2000" dirty="0">
                <a:latin typeface="Arial" panose="020B0604020202020204" pitchFamily="34" charset="0"/>
                <a:cs typeface="Arial" panose="020B0604020202020204" pitchFamily="34" charset="0"/>
              </a:rPr>
              <a:t>You can also use </a:t>
            </a:r>
            <a:r>
              <a:rPr lang="en-US" sz="2000" b="1" dirty="0">
                <a:latin typeface="Arial" panose="020B0604020202020204" pitchFamily="34" charset="0"/>
                <a:cs typeface="Arial" panose="020B0604020202020204" pitchFamily="34" charset="0"/>
              </a:rPr>
              <a:t>IN</a:t>
            </a:r>
            <a:r>
              <a:rPr lang="en-US" sz="2000" dirty="0">
                <a:latin typeface="Arial" panose="020B0604020202020204" pitchFamily="34" charset="0"/>
                <a:cs typeface="Arial" panose="020B0604020202020204" pitchFamily="34" charset="0"/>
              </a:rPr>
              <a:t> with a subquery in the </a:t>
            </a:r>
            <a:r>
              <a:rPr lang="en-US" sz="2000" b="1" dirty="0">
                <a:latin typeface="Arial" panose="020B0604020202020204" pitchFamily="34" charset="0"/>
                <a:cs typeface="Arial" panose="020B0604020202020204" pitchFamily="34" charset="0"/>
              </a:rPr>
              <a:t>WHERE</a:t>
            </a:r>
            <a:r>
              <a:rPr lang="en-US" sz="2000" dirty="0">
                <a:latin typeface="Arial" panose="020B0604020202020204" pitchFamily="34" charset="0"/>
                <a:cs typeface="Arial" panose="020B0604020202020204" pitchFamily="34" charset="0"/>
              </a:rPr>
              <a:t> clause.</a:t>
            </a:r>
          </a:p>
          <a:p>
            <a:pPr marL="0" indent="0">
              <a:buNone/>
            </a:pPr>
            <a:r>
              <a:rPr lang="en-US" sz="2000" dirty="0">
                <a:latin typeface="Arial" panose="020B0604020202020204" pitchFamily="34" charset="0"/>
                <a:cs typeface="Arial" panose="020B0604020202020204" pitchFamily="34" charset="0"/>
              </a:rPr>
              <a:t>With a subquery you can return all records from the main query that are present in the result of the subquery.</a:t>
            </a:r>
          </a:p>
        </p:txBody>
      </p:sp>
    </p:spTree>
    <p:extLst>
      <p:ext uri="{BB962C8B-B14F-4D97-AF65-F5344CB8AC3E}">
        <p14:creationId xmlns:p14="http://schemas.microsoft.com/office/powerpoint/2010/main" val="3355773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C1A27-821C-D6B9-0095-CDDB2158F6E6}"/>
              </a:ext>
            </a:extLst>
          </p:cNvPr>
          <p:cNvSpPr>
            <a:spLocks noGrp="1"/>
          </p:cNvSpPr>
          <p:nvPr>
            <p:ph type="title"/>
          </p:nvPr>
        </p:nvSpPr>
        <p:spPr>
          <a:xfrm>
            <a:off x="771602" y="452134"/>
            <a:ext cx="8596668" cy="729006"/>
          </a:xfrm>
        </p:spPr>
        <p:txBody>
          <a:bodyPr/>
          <a:lstStyle/>
          <a:p>
            <a:r>
              <a:rPr lang="en-US" dirty="0">
                <a:solidFill>
                  <a:schemeClr val="tx1"/>
                </a:solidFill>
                <a:latin typeface="Arial Black" panose="020B0A04020102020204" pitchFamily="34" charset="0"/>
              </a:rPr>
              <a:t>        SQL BETWEEN clause</a:t>
            </a:r>
          </a:p>
        </p:txBody>
      </p:sp>
      <p:sp>
        <p:nvSpPr>
          <p:cNvPr id="3" name="Content Placeholder 2">
            <a:extLst>
              <a:ext uri="{FF2B5EF4-FFF2-40B4-BE49-F238E27FC236}">
                <a16:creationId xmlns:a16="http://schemas.microsoft.com/office/drawing/2014/main" id="{AF4D9A60-C7AF-D393-9B08-EB10F30CBA0D}"/>
              </a:ext>
            </a:extLst>
          </p:cNvPr>
          <p:cNvSpPr>
            <a:spLocks noGrp="1"/>
          </p:cNvSpPr>
          <p:nvPr>
            <p:ph idx="1"/>
          </p:nvPr>
        </p:nvSpPr>
        <p:spPr>
          <a:xfrm>
            <a:off x="677333" y="1181140"/>
            <a:ext cx="9748711" cy="5012270"/>
          </a:xfrm>
        </p:spPr>
        <p:txBody>
          <a:bodyPr>
            <a:normAutofit fontScale="92500" lnSpcReduction="10000"/>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BETWEEN</a:t>
            </a:r>
            <a:r>
              <a:rPr lang="en-US" sz="2000" dirty="0">
                <a:latin typeface="Arial" panose="020B0604020202020204" pitchFamily="34" charset="0"/>
                <a:cs typeface="Arial" panose="020B0604020202020204" pitchFamily="34" charset="0"/>
              </a:rPr>
              <a:t> operator selects values within a given range. The values can be numbers, text, or dates. It is inclusive: begin and end values are included.</a:t>
            </a:r>
          </a:p>
          <a:p>
            <a:pPr marL="0" indent="0">
              <a:buNone/>
            </a:pPr>
            <a:r>
              <a:rPr lang="en-US" sz="1900" b="1" dirty="0">
                <a:latin typeface="Arial" panose="020B0604020202020204" pitchFamily="34" charset="0"/>
                <a:cs typeface="Arial" panose="020B0604020202020204" pitchFamily="34" charset="0"/>
              </a:rPr>
              <a:t>Syntax:</a:t>
            </a:r>
          </a:p>
          <a:p>
            <a:pPr marL="0" indent="0">
              <a:buNone/>
            </a:pPr>
            <a:r>
              <a:rPr lang="en-US" sz="1700" i="1" dirty="0">
                <a:latin typeface="Arial" panose="020B0604020202020204" pitchFamily="34" charset="0"/>
                <a:cs typeface="Arial" panose="020B0604020202020204" pitchFamily="34" charset="0"/>
              </a:rPr>
              <a:t>SELECT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(s)</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FROM </a:t>
            </a:r>
            <a:r>
              <a:rPr lang="en-US" sz="1700" i="1" dirty="0" err="1">
                <a:latin typeface="Arial" panose="020B0604020202020204" pitchFamily="34" charset="0"/>
                <a:cs typeface="Arial" panose="020B0604020202020204" pitchFamily="34" charset="0"/>
              </a:rPr>
              <a:t>table_name</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WHERE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 BETWEEN value1 AND value2;</a:t>
            </a:r>
          </a:p>
          <a:p>
            <a:pPr marL="0" indent="0">
              <a:buNone/>
            </a:pPr>
            <a:r>
              <a:rPr lang="en-US" sz="2000" dirty="0">
                <a:latin typeface="Arial" panose="020B0604020202020204" pitchFamily="34" charset="0"/>
                <a:cs typeface="Arial" panose="020B0604020202020204" pitchFamily="34" charset="0"/>
              </a:rPr>
              <a:t>To display the products outside the range  use </a:t>
            </a:r>
            <a:r>
              <a:rPr lang="en-US" sz="2000" b="1" dirty="0">
                <a:latin typeface="Arial" panose="020B0604020202020204" pitchFamily="34" charset="0"/>
                <a:cs typeface="Arial" panose="020B0604020202020204" pitchFamily="34" charset="0"/>
              </a:rPr>
              <a:t>NOT BETWEEN</a:t>
            </a:r>
            <a:r>
              <a:rPr lang="en-US" sz="2000" dirty="0">
                <a:latin typeface="Arial" panose="020B0604020202020204" pitchFamily="34" charset="0"/>
                <a:cs typeface="Arial" panose="020B0604020202020204" pitchFamily="34" charset="0"/>
              </a:rPr>
              <a:t>.</a:t>
            </a:r>
          </a:p>
          <a:p>
            <a:pPr marL="0" indent="0">
              <a:buNone/>
            </a:pPr>
            <a:r>
              <a:rPr lang="en-US" sz="2000" b="1" u="sng" dirty="0">
                <a:latin typeface="Arial" panose="020B0604020202020204" pitchFamily="34" charset="0"/>
                <a:cs typeface="Arial" panose="020B0604020202020204" pitchFamily="34" charset="0"/>
              </a:rPr>
              <a:t>ALIASES</a:t>
            </a:r>
          </a:p>
          <a:p>
            <a:pPr marL="0" indent="0">
              <a:buNone/>
            </a:pPr>
            <a:r>
              <a:rPr lang="en-US" sz="2000" dirty="0">
                <a:latin typeface="Arial" panose="020B0604020202020204" pitchFamily="34" charset="0"/>
                <a:cs typeface="Arial" panose="020B0604020202020204" pitchFamily="34" charset="0"/>
              </a:rPr>
              <a:t>SQL aliases are used to give a table, or a column in a table, a temporary name. Aliases are often used to make column names more readable. An alias only exists for the duration of that query.</a:t>
            </a:r>
          </a:p>
          <a:p>
            <a:pPr marL="0" indent="0">
              <a:buNone/>
            </a:pPr>
            <a:r>
              <a:rPr lang="en-US" sz="2000" dirty="0">
                <a:latin typeface="Arial" panose="020B0604020202020204" pitchFamily="34" charset="0"/>
                <a:cs typeface="Arial" panose="020B0604020202020204" pitchFamily="34" charset="0"/>
              </a:rPr>
              <a:t>An alias is created with the </a:t>
            </a:r>
            <a:r>
              <a:rPr lang="en-US" sz="2000" b="1" dirty="0">
                <a:latin typeface="Arial" panose="020B0604020202020204" pitchFamily="34" charset="0"/>
                <a:cs typeface="Arial" panose="020B0604020202020204" pitchFamily="34" charset="0"/>
              </a:rPr>
              <a:t>AS</a:t>
            </a:r>
            <a:r>
              <a:rPr lang="en-US" sz="2000" dirty="0">
                <a:latin typeface="Arial" panose="020B0604020202020204" pitchFamily="34" charset="0"/>
                <a:cs typeface="Arial" panose="020B0604020202020204" pitchFamily="34" charset="0"/>
              </a:rPr>
              <a:t> keyword.</a:t>
            </a:r>
          </a:p>
          <a:p>
            <a:pPr marL="0" indent="0">
              <a:buNone/>
            </a:pPr>
            <a:r>
              <a:rPr lang="en-US" sz="1900" b="1" dirty="0">
                <a:latin typeface="Arial" panose="020B0604020202020204" pitchFamily="34" charset="0"/>
                <a:cs typeface="Arial" panose="020B0604020202020204" pitchFamily="34" charset="0"/>
              </a:rPr>
              <a:t>Syntax:</a:t>
            </a:r>
          </a:p>
          <a:p>
            <a:pPr marL="0" indent="0">
              <a:buNone/>
            </a:pPr>
            <a:r>
              <a:rPr lang="en-US" sz="1700" dirty="0">
                <a:latin typeface="Arial" panose="020B0604020202020204" pitchFamily="34" charset="0"/>
                <a:cs typeface="Arial" panose="020B0604020202020204" pitchFamily="34" charset="0"/>
              </a:rPr>
              <a:t>SELECT </a:t>
            </a:r>
            <a:r>
              <a:rPr lang="en-US" sz="1700" i="1" dirty="0" err="1">
                <a:latin typeface="Arial" panose="020B0604020202020204" pitchFamily="34" charset="0"/>
                <a:cs typeface="Arial" panose="020B0604020202020204" pitchFamily="34" charset="0"/>
              </a:rPr>
              <a:t>column_name</a:t>
            </a:r>
            <a:r>
              <a:rPr lang="en-US" sz="1700" dirty="0">
                <a:latin typeface="Arial" panose="020B0604020202020204" pitchFamily="34" charset="0"/>
                <a:cs typeface="Arial" panose="020B0604020202020204" pitchFamily="34" charset="0"/>
              </a:rPr>
              <a:t> AS </a:t>
            </a:r>
            <a:r>
              <a:rPr lang="en-US" sz="1700" i="1" dirty="0" err="1">
                <a:latin typeface="Arial" panose="020B0604020202020204" pitchFamily="34" charset="0"/>
                <a:cs typeface="Arial" panose="020B0604020202020204" pitchFamily="34" charset="0"/>
              </a:rPr>
              <a:t>alias_name</a:t>
            </a:r>
            <a:br>
              <a:rPr lang="en-US" sz="1700" dirty="0">
                <a:latin typeface="Arial" panose="020B0604020202020204" pitchFamily="34" charset="0"/>
                <a:cs typeface="Arial" panose="020B0604020202020204" pitchFamily="34" charset="0"/>
              </a:rPr>
            </a:br>
            <a:r>
              <a:rPr lang="en-US" sz="1700" dirty="0">
                <a:latin typeface="Arial" panose="020B0604020202020204" pitchFamily="34" charset="0"/>
                <a:cs typeface="Arial" panose="020B0604020202020204" pitchFamily="34" charset="0"/>
              </a:rPr>
              <a:t>FROM </a:t>
            </a:r>
            <a:r>
              <a:rPr lang="en-US" sz="1700" i="1" dirty="0" err="1">
                <a:latin typeface="Arial" panose="020B0604020202020204" pitchFamily="34" charset="0"/>
                <a:cs typeface="Arial" panose="020B0604020202020204" pitchFamily="34" charset="0"/>
              </a:rPr>
              <a:t>table_name</a:t>
            </a:r>
            <a:r>
              <a:rPr lang="en-US" sz="1700" i="1" dirty="0">
                <a:latin typeface="Arial" panose="020B0604020202020204" pitchFamily="34" charset="0"/>
                <a:cs typeface="Arial" panose="020B0604020202020204" pitchFamily="34" charset="0"/>
              </a:rPr>
              <a:t>;</a:t>
            </a:r>
            <a:endParaRPr lang="en-US" sz="1700" dirty="0">
              <a:latin typeface="Arial" panose="020B060402020202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66013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6A7B3-BEED-522A-82AE-F6908899248D}"/>
              </a:ext>
            </a:extLst>
          </p:cNvPr>
          <p:cNvSpPr>
            <a:spLocks noGrp="1"/>
          </p:cNvSpPr>
          <p:nvPr>
            <p:ph type="title"/>
          </p:nvPr>
        </p:nvSpPr>
        <p:spPr>
          <a:xfrm>
            <a:off x="828163" y="377073"/>
            <a:ext cx="8596668" cy="886119"/>
          </a:xfrm>
        </p:spPr>
        <p:txBody>
          <a:bodyPr/>
          <a:lstStyle/>
          <a:p>
            <a:r>
              <a:rPr lang="en-US" b="1" dirty="0">
                <a:solidFill>
                  <a:schemeClr val="tx1"/>
                </a:solidFill>
                <a:latin typeface="Arial Black" panose="020B0A04020102020204" pitchFamily="34" charset="0"/>
              </a:rPr>
              <a:t>               SQL JOINS</a:t>
            </a:r>
          </a:p>
        </p:txBody>
      </p:sp>
      <p:sp>
        <p:nvSpPr>
          <p:cNvPr id="3" name="Content Placeholder 2">
            <a:extLst>
              <a:ext uri="{FF2B5EF4-FFF2-40B4-BE49-F238E27FC236}">
                <a16:creationId xmlns:a16="http://schemas.microsoft.com/office/drawing/2014/main" id="{8C752817-FA59-4F58-06E0-397DDBC93BFD}"/>
              </a:ext>
            </a:extLst>
          </p:cNvPr>
          <p:cNvSpPr>
            <a:spLocks noGrp="1"/>
          </p:cNvSpPr>
          <p:nvPr>
            <p:ph idx="1"/>
          </p:nvPr>
        </p:nvSpPr>
        <p:spPr>
          <a:xfrm>
            <a:off x="677334" y="1197204"/>
            <a:ext cx="10182344" cy="4986779"/>
          </a:xfrm>
        </p:spPr>
        <p:txBody>
          <a:bodyPr/>
          <a:lstStyle/>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JOIN</a:t>
            </a:r>
            <a:r>
              <a:rPr lang="en-US" dirty="0">
                <a:latin typeface="Arial" panose="020B0604020202020204" pitchFamily="34" charset="0"/>
                <a:cs typeface="Arial" panose="020B0604020202020204" pitchFamily="34" charset="0"/>
              </a:rPr>
              <a:t> clause is used to combine rows from two or more tables, based on a related column between them.</a:t>
            </a:r>
          </a:p>
          <a:p>
            <a:pPr marL="0" indent="0">
              <a:buNone/>
            </a:pPr>
            <a:r>
              <a:rPr lang="en-US" dirty="0">
                <a:latin typeface="Arial" panose="020B0604020202020204" pitchFamily="34" charset="0"/>
                <a:cs typeface="Arial" panose="020B0604020202020204" pitchFamily="34" charset="0"/>
              </a:rPr>
              <a:t>There are different types of SQL joins:</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(INNER) JOIN </a:t>
            </a:r>
            <a:r>
              <a:rPr lang="en-US" dirty="0">
                <a:latin typeface="Arial" panose="020B0604020202020204" pitchFamily="34" charset="0"/>
                <a:cs typeface="Arial" panose="020B0604020202020204" pitchFamily="34" charset="0"/>
              </a:rPr>
              <a:t>- Returns records that have matching values in both tables.</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LEFT(OUTER) JOIN </a:t>
            </a:r>
            <a:r>
              <a:rPr lang="en-US" dirty="0">
                <a:latin typeface="Arial" panose="020B0604020202020204" pitchFamily="34" charset="0"/>
                <a:cs typeface="Arial" panose="020B0604020202020204" pitchFamily="34" charset="0"/>
              </a:rPr>
              <a:t>- Returns all records from the left table, and the matched records from the right table.</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RIGHT(OUTER) JOIN </a:t>
            </a:r>
            <a:r>
              <a:rPr lang="en-US" dirty="0">
                <a:latin typeface="Arial" panose="020B0604020202020204" pitchFamily="34" charset="0"/>
                <a:cs typeface="Arial" panose="020B0604020202020204" pitchFamily="34" charset="0"/>
              </a:rPr>
              <a:t>- Returns all records from the right table, and the matched records from the left table.</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FULL(OUTER) JOIN </a:t>
            </a:r>
            <a:r>
              <a:rPr lang="en-US" dirty="0">
                <a:latin typeface="Arial" panose="020B0604020202020204" pitchFamily="34" charset="0"/>
                <a:cs typeface="Arial" panose="020B0604020202020204" pitchFamily="34" charset="0"/>
              </a:rPr>
              <a:t>- Returns all records when there is a match in either left or right table.</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(s)</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table1</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JOIN table2</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ON table1.column_name = table2.column_name;</a:t>
            </a:r>
          </a:p>
        </p:txBody>
      </p:sp>
    </p:spTree>
    <p:extLst>
      <p:ext uri="{BB962C8B-B14F-4D97-AF65-F5344CB8AC3E}">
        <p14:creationId xmlns:p14="http://schemas.microsoft.com/office/powerpoint/2010/main" val="114394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28936-C710-577F-1EE0-FE94F8C6BBF1}"/>
              </a:ext>
            </a:extLst>
          </p:cNvPr>
          <p:cNvSpPr>
            <a:spLocks noGrp="1"/>
          </p:cNvSpPr>
          <p:nvPr>
            <p:ph type="title"/>
          </p:nvPr>
        </p:nvSpPr>
        <p:spPr>
          <a:xfrm>
            <a:off x="677334" y="452135"/>
            <a:ext cx="8596668" cy="729006"/>
          </a:xfrm>
        </p:spPr>
        <p:txBody>
          <a:bodyPr/>
          <a:lstStyle/>
          <a:p>
            <a:r>
              <a:rPr lang="en-US" b="1" dirty="0">
                <a:solidFill>
                  <a:schemeClr val="tx1"/>
                </a:solidFill>
                <a:latin typeface="Arial Black" panose="020B0A04020102020204" pitchFamily="34" charset="0"/>
              </a:rPr>
              <a:t>      SQL UNION operator</a:t>
            </a:r>
          </a:p>
        </p:txBody>
      </p:sp>
      <p:sp>
        <p:nvSpPr>
          <p:cNvPr id="3" name="Content Placeholder 2">
            <a:extLst>
              <a:ext uri="{FF2B5EF4-FFF2-40B4-BE49-F238E27FC236}">
                <a16:creationId xmlns:a16="http://schemas.microsoft.com/office/drawing/2014/main" id="{CD1C684B-054B-9B00-5BDE-9BCCEFA7CC05}"/>
              </a:ext>
            </a:extLst>
          </p:cNvPr>
          <p:cNvSpPr>
            <a:spLocks noGrp="1"/>
          </p:cNvSpPr>
          <p:nvPr>
            <p:ph idx="1"/>
          </p:nvPr>
        </p:nvSpPr>
        <p:spPr>
          <a:xfrm>
            <a:off x="762175" y="1310325"/>
            <a:ext cx="9824126" cy="4617915"/>
          </a:xfrm>
        </p:spPr>
        <p:txBody>
          <a:bodyPr/>
          <a:lstStyle/>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UNION</a:t>
            </a:r>
            <a:r>
              <a:rPr lang="en-US" dirty="0">
                <a:latin typeface="Arial" panose="020B0604020202020204" pitchFamily="34" charset="0"/>
                <a:cs typeface="Arial" panose="020B0604020202020204" pitchFamily="34" charset="0"/>
              </a:rPr>
              <a:t> operator is used to combine the result-set of two or more </a:t>
            </a:r>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statements.</a:t>
            </a:r>
          </a:p>
          <a:p>
            <a:pPr marL="0" indent="0">
              <a:buNone/>
            </a:pPr>
            <a:r>
              <a:rPr lang="en-US" dirty="0">
                <a:latin typeface="Arial" panose="020B0604020202020204" pitchFamily="34" charset="0"/>
                <a:cs typeface="Arial" panose="020B0604020202020204" pitchFamily="34" charset="0"/>
              </a:rPr>
              <a:t>Every </a:t>
            </a:r>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statement within </a:t>
            </a:r>
            <a:r>
              <a:rPr lang="en-US" b="1" dirty="0">
                <a:latin typeface="Arial" panose="020B0604020202020204" pitchFamily="34" charset="0"/>
                <a:cs typeface="Arial" panose="020B0604020202020204" pitchFamily="34" charset="0"/>
              </a:rPr>
              <a:t>UNION</a:t>
            </a:r>
            <a:r>
              <a:rPr lang="en-US" dirty="0">
                <a:latin typeface="Arial" panose="020B0604020202020204" pitchFamily="34" charset="0"/>
                <a:cs typeface="Arial" panose="020B0604020202020204" pitchFamily="34" charset="0"/>
              </a:rPr>
              <a:t> must have the same number of columns.</a:t>
            </a:r>
          </a:p>
          <a:p>
            <a:pPr marL="0" indent="0">
              <a:buNone/>
            </a:pPr>
            <a:r>
              <a:rPr lang="en-US" dirty="0">
                <a:latin typeface="Arial" panose="020B0604020202020204" pitchFamily="34" charset="0"/>
                <a:cs typeface="Arial" panose="020B0604020202020204" pitchFamily="34" charset="0"/>
              </a:rPr>
              <a:t>The columns must also have similar data types.</a:t>
            </a:r>
          </a:p>
          <a:p>
            <a:pPr marL="0" indent="0">
              <a:buNone/>
            </a:pPr>
            <a:r>
              <a:rPr lang="en-US" dirty="0">
                <a:latin typeface="Arial" panose="020B0604020202020204" pitchFamily="34" charset="0"/>
                <a:cs typeface="Arial" panose="020B0604020202020204" pitchFamily="34" charset="0"/>
              </a:rPr>
              <a:t>The columns in every </a:t>
            </a:r>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statement must also be in the same order.</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(s) FROM table1</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UNION</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SELECT </a:t>
            </a:r>
            <a:r>
              <a:rPr lang="en-US" sz="1600" i="1" dirty="0" err="1">
                <a:latin typeface="Arial" panose="020B0604020202020204" pitchFamily="34" charset="0"/>
                <a:cs typeface="Arial" panose="020B0604020202020204" pitchFamily="34" charset="0"/>
              </a:rPr>
              <a:t>column_name</a:t>
            </a:r>
            <a:r>
              <a:rPr lang="en-US" sz="1600" i="1" dirty="0">
                <a:latin typeface="Arial" panose="020B0604020202020204" pitchFamily="34" charset="0"/>
                <a:cs typeface="Arial" panose="020B0604020202020204" pitchFamily="34" charset="0"/>
              </a:rPr>
              <a:t>(s) FROM table2;</a:t>
            </a:r>
          </a:p>
          <a:p>
            <a:pPr marL="0" indent="0">
              <a:buNone/>
            </a:pPr>
            <a:r>
              <a:rPr lang="en-US" dirty="0">
                <a:latin typeface="Arial" panose="020B0604020202020204" pitchFamily="34" charset="0"/>
                <a:cs typeface="Arial" panose="020B0604020202020204" pitchFamily="34" charset="0"/>
              </a:rPr>
              <a:t>The operator selects only distinct values by default. To allow duplicate values, use the </a:t>
            </a:r>
            <a:r>
              <a:rPr lang="en-US" b="1" dirty="0">
                <a:latin typeface="Arial" panose="020B0604020202020204" pitchFamily="34" charset="0"/>
                <a:cs typeface="Arial" panose="020B0604020202020204" pitchFamily="34" charset="0"/>
              </a:rPr>
              <a:t>UNION</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operator.</a:t>
            </a:r>
          </a:p>
          <a:p>
            <a:pPr marL="0" indent="0">
              <a:buNone/>
            </a:pPr>
            <a:r>
              <a:rPr lang="en-US" b="1" dirty="0">
                <a:latin typeface="Arial" panose="020B0604020202020204" pitchFamily="34" charset="0"/>
                <a:cs typeface="Arial" panose="020B0604020202020204" pitchFamily="34" charset="0"/>
              </a:rPr>
              <a:t>Note:</a:t>
            </a:r>
            <a:r>
              <a:rPr lang="en-US" dirty="0">
                <a:latin typeface="Arial" panose="020B0604020202020204" pitchFamily="34" charset="0"/>
                <a:cs typeface="Arial" panose="020B0604020202020204" pitchFamily="34" charset="0"/>
              </a:rPr>
              <a:t> The column names in the result-set are usually equal to the column names in the first </a:t>
            </a:r>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statement.</a:t>
            </a:r>
          </a:p>
        </p:txBody>
      </p:sp>
    </p:spTree>
    <p:extLst>
      <p:ext uri="{BB962C8B-B14F-4D97-AF65-F5344CB8AC3E}">
        <p14:creationId xmlns:p14="http://schemas.microsoft.com/office/powerpoint/2010/main" val="547350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951C7-4BBE-8ABD-72BA-0F0BC72249BE}"/>
              </a:ext>
            </a:extLst>
          </p:cNvPr>
          <p:cNvSpPr>
            <a:spLocks noGrp="1"/>
          </p:cNvSpPr>
          <p:nvPr>
            <p:ph type="title"/>
          </p:nvPr>
        </p:nvSpPr>
        <p:spPr>
          <a:xfrm>
            <a:off x="677334" y="609600"/>
            <a:ext cx="8596668" cy="794994"/>
          </a:xfrm>
        </p:spPr>
        <p:txBody>
          <a:bodyPr/>
          <a:lstStyle/>
          <a:p>
            <a:r>
              <a:rPr lang="en-US" dirty="0">
                <a:solidFill>
                  <a:schemeClr val="tx1"/>
                </a:solidFill>
                <a:latin typeface="Arial Black" panose="020B0A04020102020204" pitchFamily="34" charset="0"/>
              </a:rPr>
              <a:t>        SQL GROUP BY clause</a:t>
            </a:r>
          </a:p>
        </p:txBody>
      </p:sp>
      <p:sp>
        <p:nvSpPr>
          <p:cNvPr id="3" name="Content Placeholder 2">
            <a:extLst>
              <a:ext uri="{FF2B5EF4-FFF2-40B4-BE49-F238E27FC236}">
                <a16:creationId xmlns:a16="http://schemas.microsoft.com/office/drawing/2014/main" id="{1384A418-1DB6-252B-88F9-7019FCF061EC}"/>
              </a:ext>
            </a:extLst>
          </p:cNvPr>
          <p:cNvSpPr>
            <a:spLocks noGrp="1"/>
          </p:cNvSpPr>
          <p:nvPr>
            <p:ph idx="1"/>
          </p:nvPr>
        </p:nvSpPr>
        <p:spPr>
          <a:xfrm>
            <a:off x="677334" y="1404595"/>
            <a:ext cx="8596668" cy="4636768"/>
          </a:xfrm>
        </p:spPr>
        <p:txBody>
          <a:bodyPr>
            <a:normAutofit/>
          </a:bodyPr>
          <a:lstStyle/>
          <a:p>
            <a:pPr marL="0" indent="0">
              <a:buNone/>
            </a:pPr>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GROUP</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BY</a:t>
            </a:r>
            <a:r>
              <a:rPr lang="en-US" sz="2400" dirty="0">
                <a:latin typeface="Arial" panose="020B0604020202020204" pitchFamily="34" charset="0"/>
                <a:cs typeface="Arial" panose="020B0604020202020204" pitchFamily="34" charset="0"/>
              </a:rPr>
              <a:t> statement groups rows that have the same values into summary rows, like "find the number of customers in each country".</a:t>
            </a:r>
          </a:p>
          <a:p>
            <a:pPr marL="0" indent="0">
              <a:buNone/>
            </a:pPr>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GROUP BY </a:t>
            </a:r>
            <a:r>
              <a:rPr lang="en-US" sz="2400" dirty="0">
                <a:latin typeface="Arial" panose="020B0604020202020204" pitchFamily="34" charset="0"/>
                <a:cs typeface="Arial" panose="020B0604020202020204" pitchFamily="34" charset="0"/>
              </a:rPr>
              <a:t>statement is often used with aggregate functions to group the result-set by one or more columns. </a:t>
            </a: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000" b="1" dirty="0">
                <a:latin typeface="Arial" panose="020B0604020202020204" pitchFamily="34" charset="0"/>
                <a:cs typeface="Arial" panose="020B0604020202020204" pitchFamily="34" charset="0"/>
              </a:rPr>
              <a:t>Syntax:</a:t>
            </a:r>
          </a:p>
          <a:p>
            <a:pPr marL="0" indent="0">
              <a:buNone/>
            </a:pPr>
            <a:r>
              <a:rPr lang="en-US" i="1" dirty="0">
                <a:latin typeface="Arial" panose="020B0604020202020204" pitchFamily="34" charset="0"/>
                <a:cs typeface="Arial" panose="020B0604020202020204" pitchFamily="34" charset="0"/>
              </a:rPr>
              <a:t>SELECT </a:t>
            </a:r>
            <a:r>
              <a:rPr lang="en-US" i="1" dirty="0" err="1">
                <a:latin typeface="Arial" panose="020B0604020202020204" pitchFamily="34" charset="0"/>
                <a:cs typeface="Arial" panose="020B0604020202020204" pitchFamily="34" charset="0"/>
              </a:rPr>
              <a:t>column_name</a:t>
            </a:r>
            <a:r>
              <a:rPr lang="en-US" i="1" dirty="0">
                <a:latin typeface="Arial" panose="020B0604020202020204" pitchFamily="34" charset="0"/>
                <a:cs typeface="Arial" panose="020B0604020202020204" pitchFamily="34" charset="0"/>
              </a:rPr>
              <a:t>(s)</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FROM </a:t>
            </a:r>
            <a:r>
              <a:rPr lang="en-US" i="1" dirty="0" err="1">
                <a:latin typeface="Arial" panose="020B0604020202020204" pitchFamily="34" charset="0"/>
                <a:cs typeface="Arial" panose="020B0604020202020204" pitchFamily="34" charset="0"/>
              </a:rPr>
              <a:t>table_name</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WHERE condition</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GROUP BY </a:t>
            </a:r>
            <a:r>
              <a:rPr lang="en-US" i="1" dirty="0" err="1">
                <a:latin typeface="Arial" panose="020B0604020202020204" pitchFamily="34" charset="0"/>
                <a:cs typeface="Arial" panose="020B0604020202020204" pitchFamily="34" charset="0"/>
              </a:rPr>
              <a:t>column_name</a:t>
            </a:r>
            <a:r>
              <a:rPr lang="en-US" i="1" dirty="0">
                <a:latin typeface="Arial" panose="020B0604020202020204" pitchFamily="34" charset="0"/>
                <a:cs typeface="Arial" panose="020B0604020202020204" pitchFamily="34" charset="0"/>
              </a:rPr>
              <a:t>(s)</a:t>
            </a:r>
            <a:br>
              <a:rPr lang="en-US" i="1" dirty="0">
                <a:latin typeface="Arial" panose="020B0604020202020204" pitchFamily="34" charset="0"/>
                <a:cs typeface="Arial" panose="020B0604020202020204" pitchFamily="34" charset="0"/>
              </a:rPr>
            </a:br>
            <a:r>
              <a:rPr lang="en-US" i="1" dirty="0">
                <a:latin typeface="Arial" panose="020B0604020202020204" pitchFamily="34" charset="0"/>
                <a:cs typeface="Arial" panose="020B0604020202020204" pitchFamily="34" charset="0"/>
              </a:rPr>
              <a:t>ORDER BY </a:t>
            </a:r>
            <a:r>
              <a:rPr lang="en-US" i="1" dirty="0" err="1">
                <a:latin typeface="Arial" panose="020B0604020202020204" pitchFamily="34" charset="0"/>
                <a:cs typeface="Arial" panose="020B0604020202020204" pitchFamily="34" charset="0"/>
              </a:rPr>
              <a:t>column_name</a:t>
            </a:r>
            <a:r>
              <a:rPr lang="en-US" i="1" dirty="0">
                <a:latin typeface="Arial" panose="020B0604020202020204" pitchFamily="34" charset="0"/>
                <a:cs typeface="Arial" panose="020B0604020202020204" pitchFamily="34" charset="0"/>
              </a:rPr>
              <a:t>(s);</a:t>
            </a:r>
          </a:p>
        </p:txBody>
      </p:sp>
    </p:spTree>
    <p:extLst>
      <p:ext uri="{BB962C8B-B14F-4D97-AF65-F5344CB8AC3E}">
        <p14:creationId xmlns:p14="http://schemas.microsoft.com/office/powerpoint/2010/main" val="1528364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D408-1AB9-901C-4FD0-D13BB2045A13}"/>
              </a:ext>
            </a:extLst>
          </p:cNvPr>
          <p:cNvSpPr>
            <a:spLocks noGrp="1"/>
          </p:cNvSpPr>
          <p:nvPr>
            <p:ph type="title"/>
          </p:nvPr>
        </p:nvSpPr>
        <p:spPr>
          <a:xfrm>
            <a:off x="762175" y="336223"/>
            <a:ext cx="8596668" cy="823274"/>
          </a:xfrm>
        </p:spPr>
        <p:txBody>
          <a:bodyPr>
            <a:normAutofit fontScale="90000"/>
          </a:bodyPr>
          <a:lstStyle/>
          <a:p>
            <a:r>
              <a:rPr lang="en-US" sz="4000" dirty="0">
                <a:solidFill>
                  <a:schemeClr val="tx1"/>
                </a:solidFill>
                <a:latin typeface="Arial Black" panose="020B0A04020102020204" pitchFamily="34" charset="0"/>
              </a:rPr>
              <a:t>      SQL HAVING, EXISTS clause</a:t>
            </a:r>
          </a:p>
        </p:txBody>
      </p:sp>
      <p:sp>
        <p:nvSpPr>
          <p:cNvPr id="3" name="Content Placeholder 2">
            <a:extLst>
              <a:ext uri="{FF2B5EF4-FFF2-40B4-BE49-F238E27FC236}">
                <a16:creationId xmlns:a16="http://schemas.microsoft.com/office/drawing/2014/main" id="{B6A866E6-BAD5-3CB3-E9F4-79B98A3BF625}"/>
              </a:ext>
            </a:extLst>
          </p:cNvPr>
          <p:cNvSpPr>
            <a:spLocks noGrp="1"/>
          </p:cNvSpPr>
          <p:nvPr>
            <p:ph idx="1"/>
          </p:nvPr>
        </p:nvSpPr>
        <p:spPr>
          <a:xfrm>
            <a:off x="677334" y="1225485"/>
            <a:ext cx="9503614" cy="4949072"/>
          </a:xfrm>
        </p:spPr>
        <p:txBody>
          <a:bodyPr>
            <a:normAutofit lnSpcReduction="10000"/>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HAVING</a:t>
            </a:r>
            <a:r>
              <a:rPr lang="en-US" sz="2000" dirty="0">
                <a:latin typeface="Arial" panose="020B0604020202020204" pitchFamily="34" charset="0"/>
                <a:cs typeface="Arial" panose="020B0604020202020204" pitchFamily="34" charset="0"/>
              </a:rPr>
              <a:t> clause was added to SQL because the </a:t>
            </a:r>
            <a:r>
              <a:rPr lang="en-US" sz="2000" b="1" dirty="0">
                <a:latin typeface="Arial" panose="020B0604020202020204" pitchFamily="34" charset="0"/>
                <a:cs typeface="Arial" panose="020B0604020202020204" pitchFamily="34" charset="0"/>
              </a:rPr>
              <a:t>WHERE</a:t>
            </a:r>
            <a:r>
              <a:rPr lang="en-US" sz="2000" dirty="0">
                <a:latin typeface="Arial" panose="020B0604020202020204" pitchFamily="34" charset="0"/>
                <a:cs typeface="Arial" panose="020B0604020202020204" pitchFamily="34" charset="0"/>
              </a:rPr>
              <a:t> keyword cannot be used with aggregate functions.</a:t>
            </a:r>
          </a:p>
          <a:p>
            <a:pPr marL="0" indent="0">
              <a:buNone/>
            </a:pPr>
            <a:r>
              <a:rPr lang="en-US" sz="1900" b="1" dirty="0">
                <a:latin typeface="Arial" panose="020B0604020202020204" pitchFamily="34" charset="0"/>
                <a:cs typeface="Arial" panose="020B0604020202020204" pitchFamily="34" charset="0"/>
              </a:rPr>
              <a:t>Syntax:</a:t>
            </a:r>
          </a:p>
          <a:p>
            <a:pPr marL="0" indent="0">
              <a:buNone/>
            </a:pPr>
            <a:r>
              <a:rPr lang="en-US" sz="1700" i="1" dirty="0">
                <a:latin typeface="Arial" panose="020B0604020202020204" pitchFamily="34" charset="0"/>
                <a:cs typeface="Arial" panose="020B0604020202020204" pitchFamily="34" charset="0"/>
              </a:rPr>
              <a:t>SELECT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(s)</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FROM </a:t>
            </a:r>
            <a:r>
              <a:rPr lang="en-US" sz="1700" i="1" dirty="0" err="1">
                <a:latin typeface="Arial" panose="020B0604020202020204" pitchFamily="34" charset="0"/>
                <a:cs typeface="Arial" panose="020B0604020202020204" pitchFamily="34" charset="0"/>
              </a:rPr>
              <a:t>table_name</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WHERE condition</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GROUP BY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(s)</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HAVING condition</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ORDER BY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(s);</a:t>
            </a:r>
          </a:p>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EXISTS</a:t>
            </a:r>
            <a:r>
              <a:rPr lang="en-US" sz="2000" dirty="0">
                <a:latin typeface="Arial" panose="020B0604020202020204" pitchFamily="34" charset="0"/>
                <a:cs typeface="Arial" panose="020B0604020202020204" pitchFamily="34" charset="0"/>
              </a:rPr>
              <a:t> operator is used to test for the existence of any record in a subquery. It returns TRUE if the subquery returns one or more records.</a:t>
            </a:r>
          </a:p>
          <a:p>
            <a:pPr marL="0" indent="0">
              <a:buNone/>
            </a:pPr>
            <a:r>
              <a:rPr lang="en-US" sz="1900" b="1" dirty="0">
                <a:latin typeface="Arial" panose="020B0604020202020204" pitchFamily="34" charset="0"/>
                <a:cs typeface="Arial" panose="020B0604020202020204" pitchFamily="34" charset="0"/>
              </a:rPr>
              <a:t>Syntax:</a:t>
            </a:r>
          </a:p>
          <a:p>
            <a:pPr marL="0" indent="0">
              <a:buNone/>
            </a:pPr>
            <a:r>
              <a:rPr lang="en-US" sz="1700" i="1" dirty="0">
                <a:latin typeface="Arial" panose="020B0604020202020204" pitchFamily="34" charset="0"/>
                <a:cs typeface="Arial" panose="020B0604020202020204" pitchFamily="34" charset="0"/>
              </a:rPr>
              <a:t>SELECT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(s)</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FROM </a:t>
            </a:r>
            <a:r>
              <a:rPr lang="en-US" sz="1700" i="1" dirty="0" err="1">
                <a:latin typeface="Arial" panose="020B0604020202020204" pitchFamily="34" charset="0"/>
                <a:cs typeface="Arial" panose="020B0604020202020204" pitchFamily="34" charset="0"/>
              </a:rPr>
              <a:t>table_name</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WHERE EXISTS</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(SELECT </a:t>
            </a:r>
            <a:r>
              <a:rPr lang="en-US" sz="1700" i="1" dirty="0" err="1">
                <a:latin typeface="Arial" panose="020B0604020202020204" pitchFamily="34" charset="0"/>
                <a:cs typeface="Arial" panose="020B0604020202020204" pitchFamily="34" charset="0"/>
              </a:rPr>
              <a:t>column_name</a:t>
            </a:r>
            <a:r>
              <a:rPr lang="en-US" sz="1700" i="1" dirty="0">
                <a:latin typeface="Arial" panose="020B0604020202020204" pitchFamily="34" charset="0"/>
                <a:cs typeface="Arial" panose="020B0604020202020204" pitchFamily="34" charset="0"/>
              </a:rPr>
              <a:t> FROM </a:t>
            </a:r>
            <a:r>
              <a:rPr lang="en-US" sz="1700" i="1" dirty="0" err="1">
                <a:latin typeface="Arial" panose="020B0604020202020204" pitchFamily="34" charset="0"/>
                <a:cs typeface="Arial" panose="020B0604020202020204" pitchFamily="34" charset="0"/>
              </a:rPr>
              <a:t>table_name</a:t>
            </a:r>
            <a:r>
              <a:rPr lang="en-US" sz="1700" i="1" dirty="0">
                <a:latin typeface="Arial" panose="020B0604020202020204" pitchFamily="34" charset="0"/>
                <a:cs typeface="Arial" panose="020B0604020202020204" pitchFamily="34" charset="0"/>
              </a:rPr>
              <a:t> WHERE condition);</a:t>
            </a:r>
          </a:p>
          <a:p>
            <a:pPr marL="0" indent="0">
              <a:buNone/>
            </a:pPr>
            <a:endParaRPr lang="en-US" dirty="0"/>
          </a:p>
        </p:txBody>
      </p:sp>
    </p:spTree>
    <p:extLst>
      <p:ext uri="{BB962C8B-B14F-4D97-AF65-F5344CB8AC3E}">
        <p14:creationId xmlns:p14="http://schemas.microsoft.com/office/powerpoint/2010/main" val="2000370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0A60-AC8B-CE15-E92A-A9F04F52E05D}"/>
              </a:ext>
            </a:extLst>
          </p:cNvPr>
          <p:cNvSpPr>
            <a:spLocks noGrp="1"/>
          </p:cNvSpPr>
          <p:nvPr>
            <p:ph type="title"/>
          </p:nvPr>
        </p:nvSpPr>
        <p:spPr>
          <a:xfrm>
            <a:off x="677334" y="235670"/>
            <a:ext cx="8596668" cy="580968"/>
          </a:xfrm>
        </p:spPr>
        <p:txBody>
          <a:bodyPr>
            <a:normAutofit fontScale="90000"/>
          </a:bodyPr>
          <a:lstStyle/>
          <a:p>
            <a:r>
              <a:rPr lang="en-US" b="1" dirty="0">
                <a:solidFill>
                  <a:schemeClr val="tx1"/>
                </a:solidFill>
                <a:latin typeface="Arial Black" panose="020B0A04020102020204" pitchFamily="34" charset="0"/>
              </a:rPr>
              <a:t>       </a:t>
            </a:r>
            <a:r>
              <a:rPr lang="en-US" sz="3200" b="1" dirty="0">
                <a:solidFill>
                  <a:schemeClr val="tx1"/>
                </a:solidFill>
                <a:latin typeface="Arial Black" panose="020B0A04020102020204" pitchFamily="34" charset="0"/>
              </a:rPr>
              <a:t>SQL ANY and ALL operators</a:t>
            </a:r>
          </a:p>
        </p:txBody>
      </p:sp>
      <p:sp>
        <p:nvSpPr>
          <p:cNvPr id="3" name="Content Placeholder 2">
            <a:extLst>
              <a:ext uri="{FF2B5EF4-FFF2-40B4-BE49-F238E27FC236}">
                <a16:creationId xmlns:a16="http://schemas.microsoft.com/office/drawing/2014/main" id="{992996FE-72FA-48DA-3AD9-0650ED9E5B1D}"/>
              </a:ext>
            </a:extLst>
          </p:cNvPr>
          <p:cNvSpPr>
            <a:spLocks noGrp="1"/>
          </p:cNvSpPr>
          <p:nvPr>
            <p:ph idx="1"/>
          </p:nvPr>
        </p:nvSpPr>
        <p:spPr>
          <a:xfrm>
            <a:off x="677333" y="999241"/>
            <a:ext cx="9927821" cy="5288437"/>
          </a:xfrm>
        </p:spPr>
        <p:txBody>
          <a:bodyPr>
            <a:normAutofit fontScale="92500" lnSpcReduction="10000"/>
          </a:bodyPr>
          <a:lstStyle/>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ANY</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operators allow you to perform a comparison between a single column value and a range of other values.</a:t>
            </a:r>
          </a:p>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ANY</a:t>
            </a:r>
            <a:r>
              <a:rPr lang="en-US" dirty="0">
                <a:latin typeface="Arial" panose="020B0604020202020204" pitchFamily="34" charset="0"/>
                <a:cs typeface="Arial" panose="020B0604020202020204" pitchFamily="34" charset="0"/>
              </a:rPr>
              <a:t> operator; returns a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value as a result, returns TRUE if ANY of the subquery values meet the condition.</a:t>
            </a:r>
          </a:p>
          <a:p>
            <a:pPr marL="0" indent="0">
              <a:buNone/>
            </a:pPr>
            <a:r>
              <a:rPr lang="en-US" b="1" dirty="0">
                <a:latin typeface="Arial" panose="020B0604020202020204" pitchFamily="34" charset="0"/>
                <a:cs typeface="Arial" panose="020B0604020202020204" pitchFamily="34" charset="0"/>
              </a:rPr>
              <a:t>ANY</a:t>
            </a:r>
            <a:r>
              <a:rPr lang="en-US" dirty="0">
                <a:latin typeface="Arial" panose="020B0604020202020204" pitchFamily="34" charset="0"/>
                <a:cs typeface="Arial" panose="020B0604020202020204" pitchFamily="34" charset="0"/>
              </a:rPr>
              <a:t> means that the condition will be true if the operation is true for any of the values in the range.</a:t>
            </a:r>
          </a:p>
          <a:p>
            <a:pPr marL="0" indent="0">
              <a:buNone/>
            </a:pPr>
            <a:r>
              <a:rPr lang="en-US" sz="1700" b="1" dirty="0">
                <a:latin typeface="Arial" panose="020B0604020202020204" pitchFamily="34" charset="0"/>
                <a:cs typeface="Arial" panose="020B0604020202020204" pitchFamily="34" charset="0"/>
              </a:rPr>
              <a:t>Syntax:</a:t>
            </a:r>
          </a:p>
          <a:p>
            <a:pPr marL="0" indent="0">
              <a:buNone/>
            </a:pPr>
            <a:r>
              <a:rPr lang="en-US" sz="1500" i="1" dirty="0">
                <a:latin typeface="Arial" panose="020B0604020202020204" pitchFamily="34" charset="0"/>
                <a:cs typeface="Arial" panose="020B0604020202020204" pitchFamily="34" charset="0"/>
              </a:rPr>
              <a:t>SELECT </a:t>
            </a:r>
            <a:r>
              <a:rPr lang="en-US" sz="1500" i="1" dirty="0" err="1">
                <a:latin typeface="Arial" panose="020B0604020202020204" pitchFamily="34" charset="0"/>
                <a:cs typeface="Arial" panose="020B0604020202020204" pitchFamily="34" charset="0"/>
              </a:rPr>
              <a:t>column_name</a:t>
            </a:r>
            <a:r>
              <a:rPr lang="en-US" sz="1500" i="1" dirty="0">
                <a:latin typeface="Arial" panose="020B0604020202020204" pitchFamily="34" charset="0"/>
                <a:cs typeface="Arial" panose="020B0604020202020204" pitchFamily="34" charset="0"/>
              </a:rPr>
              <a:t>(s)</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FROM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WHERE </a:t>
            </a:r>
            <a:r>
              <a:rPr lang="en-US" sz="1500" i="1" dirty="0" err="1">
                <a:latin typeface="Arial" panose="020B0604020202020204" pitchFamily="34" charset="0"/>
                <a:cs typeface="Arial" panose="020B0604020202020204" pitchFamily="34" charset="0"/>
              </a:rPr>
              <a:t>column_name</a:t>
            </a:r>
            <a:r>
              <a:rPr lang="en-US" sz="1500" i="1" dirty="0">
                <a:latin typeface="Arial" panose="020B0604020202020204" pitchFamily="34" charset="0"/>
                <a:cs typeface="Arial" panose="020B0604020202020204" pitchFamily="34" charset="0"/>
              </a:rPr>
              <a:t> operator ANY</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(SELECT </a:t>
            </a:r>
            <a:r>
              <a:rPr lang="en-US" sz="1500" i="1" dirty="0" err="1">
                <a:latin typeface="Arial" panose="020B0604020202020204" pitchFamily="34" charset="0"/>
                <a:cs typeface="Arial" panose="020B0604020202020204" pitchFamily="34" charset="0"/>
              </a:rPr>
              <a:t>column_name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FROM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WHERE condition);</a:t>
            </a:r>
          </a:p>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operator; returns a </a:t>
            </a:r>
            <a:r>
              <a:rPr lang="en-US" dirty="0" err="1">
                <a:latin typeface="Arial" panose="020B0604020202020204" pitchFamily="34" charset="0"/>
                <a:cs typeface="Arial" panose="020B0604020202020204" pitchFamily="34" charset="0"/>
              </a:rPr>
              <a:t>boolean</a:t>
            </a:r>
            <a:r>
              <a:rPr lang="en-US" dirty="0">
                <a:latin typeface="Arial" panose="020B0604020202020204" pitchFamily="34" charset="0"/>
                <a:cs typeface="Arial" panose="020B0604020202020204" pitchFamily="34" charset="0"/>
              </a:rPr>
              <a:t> value as a result, returns TRUE if ALL of the subquery values meet the condition, is used with </a:t>
            </a:r>
            <a:r>
              <a:rPr lang="en-US" b="1" dirty="0">
                <a:latin typeface="Arial" panose="020B0604020202020204" pitchFamily="34" charset="0"/>
                <a:cs typeface="Arial" panose="020B0604020202020204" pitchFamily="34" charset="0"/>
              </a:rPr>
              <a:t>SELECT</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WHERE</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HAVING</a:t>
            </a:r>
            <a:r>
              <a:rPr lang="en-US" dirty="0">
                <a:latin typeface="Arial" panose="020B0604020202020204" pitchFamily="34" charset="0"/>
                <a:cs typeface="Arial" panose="020B0604020202020204" pitchFamily="34" charset="0"/>
              </a:rPr>
              <a:t> statements.</a:t>
            </a:r>
          </a:p>
          <a:p>
            <a:pPr marL="0" indent="0">
              <a:buNone/>
            </a:pPr>
            <a:r>
              <a:rPr lang="en-US" b="1" dirty="0">
                <a:latin typeface="Arial" panose="020B0604020202020204" pitchFamily="34" charset="0"/>
                <a:cs typeface="Arial" panose="020B0604020202020204" pitchFamily="34" charset="0"/>
              </a:rPr>
              <a:t>ALL</a:t>
            </a:r>
            <a:r>
              <a:rPr lang="en-US" dirty="0">
                <a:latin typeface="Arial" panose="020B0604020202020204" pitchFamily="34" charset="0"/>
                <a:cs typeface="Arial" panose="020B0604020202020204" pitchFamily="34" charset="0"/>
              </a:rPr>
              <a:t> means that the condition will be true only if the operation is true for all values in the range.</a:t>
            </a:r>
          </a:p>
          <a:p>
            <a:pPr marL="0" indent="0">
              <a:buNone/>
            </a:pPr>
            <a:r>
              <a:rPr lang="en-US" sz="1700" b="1" dirty="0">
                <a:latin typeface="Arial" panose="020B0604020202020204" pitchFamily="34" charset="0"/>
                <a:cs typeface="Arial" panose="020B0604020202020204" pitchFamily="34" charset="0"/>
              </a:rPr>
              <a:t>Syntax:</a:t>
            </a:r>
          </a:p>
          <a:p>
            <a:pPr marL="0" indent="0">
              <a:buNone/>
            </a:pPr>
            <a:r>
              <a:rPr lang="en-US" sz="1500" i="1" dirty="0">
                <a:latin typeface="Arial" panose="020B0604020202020204" pitchFamily="34" charset="0"/>
                <a:cs typeface="Arial" panose="020B0604020202020204" pitchFamily="34" charset="0"/>
              </a:rPr>
              <a:t>SELECT ALL </a:t>
            </a:r>
            <a:r>
              <a:rPr lang="en-US" sz="1500" i="1" dirty="0" err="1">
                <a:latin typeface="Arial" panose="020B0604020202020204" pitchFamily="34" charset="0"/>
                <a:cs typeface="Arial" panose="020B0604020202020204" pitchFamily="34" charset="0"/>
              </a:rPr>
              <a:t>column_name</a:t>
            </a:r>
            <a:r>
              <a:rPr lang="en-US" sz="1500" i="1" dirty="0">
                <a:latin typeface="Arial" panose="020B0604020202020204" pitchFamily="34" charset="0"/>
                <a:cs typeface="Arial" panose="020B0604020202020204" pitchFamily="34" charset="0"/>
              </a:rPr>
              <a:t>(s)</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FROM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WHERE condition;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95521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BDAC7-7F2A-4308-0D88-130B5466D265}"/>
              </a:ext>
            </a:extLst>
          </p:cNvPr>
          <p:cNvSpPr>
            <a:spLocks noGrp="1"/>
          </p:cNvSpPr>
          <p:nvPr>
            <p:ph type="title"/>
          </p:nvPr>
        </p:nvSpPr>
        <p:spPr>
          <a:xfrm>
            <a:off x="677334" y="386500"/>
            <a:ext cx="8862592" cy="791852"/>
          </a:xfrm>
        </p:spPr>
        <p:txBody>
          <a:bodyPr/>
          <a:lstStyle/>
          <a:p>
            <a:r>
              <a:rPr lang="en-US" dirty="0">
                <a:solidFill>
                  <a:schemeClr val="tx1"/>
                </a:solidFill>
                <a:latin typeface="Arial Black" panose="020B0A04020102020204" pitchFamily="34" charset="0"/>
              </a:rPr>
              <a:t>     SQL SELECT INTO </a:t>
            </a:r>
            <a:r>
              <a:rPr lang="en-US" dirty="0" err="1">
                <a:solidFill>
                  <a:schemeClr val="tx1"/>
                </a:solidFill>
                <a:latin typeface="Arial Black" panose="020B0A04020102020204" pitchFamily="34" charset="0"/>
              </a:rPr>
              <a:t>satement</a:t>
            </a:r>
            <a:endParaRPr lang="en-US" dirty="0">
              <a:solidFill>
                <a:schemeClr val="tx1"/>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61352B7A-80E3-1B15-9664-3BC7491079E4}"/>
              </a:ext>
            </a:extLst>
          </p:cNvPr>
          <p:cNvSpPr>
            <a:spLocks noGrp="1"/>
          </p:cNvSpPr>
          <p:nvPr>
            <p:ph idx="1"/>
          </p:nvPr>
        </p:nvSpPr>
        <p:spPr>
          <a:xfrm>
            <a:off x="677333" y="1395167"/>
            <a:ext cx="9739286" cy="4646195"/>
          </a:xfrm>
        </p:spPr>
        <p:txBody>
          <a:bodyPr>
            <a:noAutofit/>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SELECT INTO </a:t>
            </a:r>
            <a:r>
              <a:rPr lang="en-US" sz="2000" dirty="0">
                <a:latin typeface="Arial" panose="020B0604020202020204" pitchFamily="34" charset="0"/>
                <a:cs typeface="Arial" panose="020B0604020202020204" pitchFamily="34" charset="0"/>
              </a:rPr>
              <a:t>statement copies data from one table into a new table.</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INTO </a:t>
            </a:r>
            <a:r>
              <a:rPr lang="en-US" sz="1600" i="1" dirty="0" err="1">
                <a:latin typeface="Arial" panose="020B0604020202020204" pitchFamily="34" charset="0"/>
                <a:cs typeface="Arial" panose="020B0604020202020204" pitchFamily="34" charset="0"/>
              </a:rPr>
              <a:t>newtable</a:t>
            </a:r>
            <a:r>
              <a:rPr lang="en-US" sz="1600" i="1" dirty="0">
                <a:latin typeface="Arial" panose="020B0604020202020204" pitchFamily="34" charset="0"/>
                <a:cs typeface="Arial" panose="020B0604020202020204" pitchFamily="34" charset="0"/>
              </a:rPr>
              <a:t> [IN </a:t>
            </a:r>
            <a:r>
              <a:rPr lang="en-US" sz="1600" i="1" dirty="0" err="1">
                <a:latin typeface="Arial" panose="020B0604020202020204" pitchFamily="34" charset="0"/>
                <a:cs typeface="Arial" panose="020B0604020202020204" pitchFamily="34" charset="0"/>
              </a:rPr>
              <a:t>externaldb</a:t>
            </a:r>
            <a:r>
              <a:rPr lang="en-US" sz="1600" i="1" dirty="0">
                <a:latin typeface="Arial" panose="020B0604020202020204" pitchFamily="34" charset="0"/>
                <a:cs typeface="Arial" panose="020B0604020202020204" pitchFamily="34" charset="0"/>
              </a:rPr>
              <a:t>]</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oldtable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condition;</a:t>
            </a:r>
          </a:p>
          <a:p>
            <a:pPr marL="0" indent="0">
              <a:buNone/>
            </a:pPr>
            <a:r>
              <a:rPr lang="en-US" sz="2000" dirty="0">
                <a:latin typeface="Arial" panose="020B0604020202020204" pitchFamily="34" charset="0"/>
                <a:cs typeface="Arial" panose="020B0604020202020204" pitchFamily="34" charset="0"/>
              </a:rPr>
              <a:t>It can be used to copy only some columns into a new table:</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column1, column2, column3,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INTO </a:t>
            </a:r>
            <a:r>
              <a:rPr lang="en-US" sz="1600" i="1" dirty="0" err="1">
                <a:latin typeface="Arial" panose="020B0604020202020204" pitchFamily="34" charset="0"/>
                <a:cs typeface="Arial" panose="020B0604020202020204" pitchFamily="34" charset="0"/>
              </a:rPr>
              <a:t>newtable</a:t>
            </a:r>
            <a:r>
              <a:rPr lang="en-US" sz="1600" i="1" dirty="0">
                <a:latin typeface="Arial" panose="020B0604020202020204" pitchFamily="34" charset="0"/>
                <a:cs typeface="Arial" panose="020B0604020202020204" pitchFamily="34" charset="0"/>
              </a:rPr>
              <a:t> [IN </a:t>
            </a:r>
            <a:r>
              <a:rPr lang="en-US" sz="1600" i="1" dirty="0" err="1">
                <a:latin typeface="Arial" panose="020B0604020202020204" pitchFamily="34" charset="0"/>
                <a:cs typeface="Arial" panose="020B0604020202020204" pitchFamily="34" charset="0"/>
              </a:rPr>
              <a:t>externaldb</a:t>
            </a:r>
            <a:r>
              <a:rPr lang="en-US" sz="1600" i="1" dirty="0">
                <a:latin typeface="Arial" panose="020B0604020202020204" pitchFamily="34" charset="0"/>
                <a:cs typeface="Arial" panose="020B0604020202020204" pitchFamily="34" charset="0"/>
              </a:rPr>
              <a:t>]</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oldtable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condition;</a:t>
            </a:r>
          </a:p>
          <a:p>
            <a:pPr marL="0" indent="0">
              <a:buNone/>
            </a:pPr>
            <a:r>
              <a:rPr lang="en-US" sz="2000" dirty="0">
                <a:latin typeface="Arial" panose="020B0604020202020204" pitchFamily="34" charset="0"/>
                <a:cs typeface="Arial" panose="020B0604020202020204" pitchFamily="34" charset="0"/>
              </a:rPr>
              <a:t>The new table will be created with the column-names and types as defined in the old table. You can create new column names using the </a:t>
            </a:r>
            <a:r>
              <a:rPr lang="en-US" sz="2000" b="1" dirty="0">
                <a:latin typeface="Arial" panose="020B0604020202020204" pitchFamily="34" charset="0"/>
                <a:cs typeface="Arial" panose="020B0604020202020204" pitchFamily="34" charset="0"/>
              </a:rPr>
              <a:t>AS</a:t>
            </a:r>
            <a:r>
              <a:rPr lang="en-US" sz="2000" dirty="0">
                <a:latin typeface="Arial" panose="020B0604020202020204" pitchFamily="34" charset="0"/>
                <a:cs typeface="Arial" panose="020B0604020202020204" pitchFamily="34" charset="0"/>
              </a:rPr>
              <a:t> clause.</a:t>
            </a:r>
          </a:p>
        </p:txBody>
      </p:sp>
    </p:spTree>
    <p:extLst>
      <p:ext uri="{BB962C8B-B14F-4D97-AF65-F5344CB8AC3E}">
        <p14:creationId xmlns:p14="http://schemas.microsoft.com/office/powerpoint/2010/main" val="683022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B7D2-22B6-6FD7-DCDC-AC9143DEB6D8}"/>
              </a:ext>
            </a:extLst>
          </p:cNvPr>
          <p:cNvSpPr>
            <a:spLocks noGrp="1"/>
          </p:cNvSpPr>
          <p:nvPr>
            <p:ph type="title"/>
          </p:nvPr>
        </p:nvSpPr>
        <p:spPr>
          <a:xfrm>
            <a:off x="677334" y="513761"/>
            <a:ext cx="8596668" cy="857840"/>
          </a:xfrm>
        </p:spPr>
        <p:txBody>
          <a:bodyPr/>
          <a:lstStyle/>
          <a:p>
            <a:r>
              <a:rPr lang="en-US" b="1" dirty="0">
                <a:solidFill>
                  <a:schemeClr val="tx1"/>
                </a:solidFill>
                <a:latin typeface="Arial Black" panose="020B0A04020102020204" pitchFamily="34" charset="0"/>
              </a:rPr>
              <a:t>   SQL SELECT INTO SELECT</a:t>
            </a:r>
          </a:p>
        </p:txBody>
      </p:sp>
      <p:sp>
        <p:nvSpPr>
          <p:cNvPr id="3" name="Content Placeholder 2">
            <a:extLst>
              <a:ext uri="{FF2B5EF4-FFF2-40B4-BE49-F238E27FC236}">
                <a16:creationId xmlns:a16="http://schemas.microsoft.com/office/drawing/2014/main" id="{C62454E5-DC1A-576C-4D73-B35FE045E89E}"/>
              </a:ext>
            </a:extLst>
          </p:cNvPr>
          <p:cNvSpPr>
            <a:spLocks noGrp="1"/>
          </p:cNvSpPr>
          <p:nvPr>
            <p:ph idx="1"/>
          </p:nvPr>
        </p:nvSpPr>
        <p:spPr>
          <a:xfrm>
            <a:off x="677334" y="1371601"/>
            <a:ext cx="9758138" cy="4972638"/>
          </a:xfrm>
        </p:spPr>
        <p:txBody>
          <a:bodyPr>
            <a:noAutofit/>
          </a:bodyPr>
          <a:lstStyle/>
          <a:p>
            <a:pPr marL="0" indent="0">
              <a:buNone/>
            </a:pPr>
            <a:r>
              <a:rPr lang="en-US" sz="2000" dirty="0">
                <a:latin typeface="Arial" panose="020B0604020202020204" pitchFamily="34" charset="0"/>
                <a:cs typeface="Arial" panose="020B0604020202020204" pitchFamily="34" charset="0"/>
              </a:rPr>
              <a:t>The SQL </a:t>
            </a:r>
            <a:r>
              <a:rPr lang="en-US" sz="2000" b="1" dirty="0">
                <a:latin typeface="Arial" panose="020B0604020202020204" pitchFamily="34" charset="0"/>
                <a:cs typeface="Arial" panose="020B0604020202020204" pitchFamily="34" charset="0"/>
              </a:rPr>
              <a:t>SELECT INTO </a:t>
            </a:r>
            <a:r>
              <a:rPr lang="en-US" sz="2000" dirty="0">
                <a:latin typeface="Arial" panose="020B0604020202020204" pitchFamily="34" charset="0"/>
                <a:cs typeface="Arial" panose="020B0604020202020204" pitchFamily="34" charset="0"/>
              </a:rPr>
              <a:t>statement copies data from one table and inserts it into another table.</a:t>
            </a:r>
          </a:p>
          <a:p>
            <a:pPr marL="0" indent="0">
              <a:buNone/>
            </a:pPr>
            <a:r>
              <a:rPr lang="en-US" sz="2000" dirty="0">
                <a:latin typeface="Arial" panose="020B0604020202020204" pitchFamily="34" charset="0"/>
                <a:cs typeface="Arial" panose="020B0604020202020204" pitchFamily="34" charset="0"/>
              </a:rPr>
              <a:t>It requires that the data types in source and target tables match.</a:t>
            </a:r>
          </a:p>
          <a:p>
            <a:pPr marL="0" indent="0">
              <a:buNone/>
            </a:pPr>
            <a:r>
              <a:rPr lang="en-US" sz="2000" b="1" dirty="0">
                <a:latin typeface="Arial" panose="020B0604020202020204" pitchFamily="34" charset="0"/>
                <a:cs typeface="Arial" panose="020B0604020202020204" pitchFamily="34" charset="0"/>
              </a:rPr>
              <a:t>Note:</a:t>
            </a:r>
            <a:r>
              <a:rPr lang="en-US" sz="2000" dirty="0">
                <a:latin typeface="Arial" panose="020B0604020202020204" pitchFamily="34" charset="0"/>
                <a:cs typeface="Arial" panose="020B0604020202020204" pitchFamily="34" charset="0"/>
              </a:rPr>
              <a:t> The existing records in the target table are unaffected.</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INSERT INTO table2</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SELECT * FROM table1</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condition;</a:t>
            </a:r>
          </a:p>
          <a:p>
            <a:pPr marL="0" indent="0">
              <a:buNone/>
            </a:pPr>
            <a:r>
              <a:rPr lang="en-US" sz="2000" dirty="0">
                <a:latin typeface="Arial" panose="020B0604020202020204" pitchFamily="34" charset="0"/>
                <a:cs typeface="Arial" panose="020B0604020202020204" pitchFamily="34" charset="0"/>
              </a:rPr>
              <a:t>You can copy only some columns from one table into another table:</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INSERT INTO table2 (column1, column2, column3,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SELECT column1, column2, column3, ...</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table1</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WHERE condition;</a:t>
            </a:r>
          </a:p>
        </p:txBody>
      </p:sp>
    </p:spTree>
    <p:extLst>
      <p:ext uri="{BB962C8B-B14F-4D97-AF65-F5344CB8AC3E}">
        <p14:creationId xmlns:p14="http://schemas.microsoft.com/office/powerpoint/2010/main" val="3477146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EF16D-09AA-38B1-4823-EC8C28D342C6}"/>
              </a:ext>
            </a:extLst>
          </p:cNvPr>
          <p:cNvSpPr>
            <a:spLocks noGrp="1"/>
          </p:cNvSpPr>
          <p:nvPr>
            <p:ph type="title"/>
          </p:nvPr>
        </p:nvSpPr>
        <p:spPr>
          <a:xfrm>
            <a:off x="677334" y="386500"/>
            <a:ext cx="8596668" cy="716436"/>
          </a:xfrm>
        </p:spPr>
        <p:txBody>
          <a:bodyPr/>
          <a:lstStyle/>
          <a:p>
            <a:r>
              <a:rPr lang="en-US" b="1" dirty="0">
                <a:solidFill>
                  <a:schemeClr val="tx1"/>
                </a:solidFill>
                <a:latin typeface="Arial Black" panose="020B0A04020102020204" pitchFamily="34" charset="0"/>
              </a:rPr>
              <a:t>                 SQL CASE </a:t>
            </a:r>
          </a:p>
        </p:txBody>
      </p:sp>
      <p:sp>
        <p:nvSpPr>
          <p:cNvPr id="3" name="Content Placeholder 2">
            <a:extLst>
              <a:ext uri="{FF2B5EF4-FFF2-40B4-BE49-F238E27FC236}">
                <a16:creationId xmlns:a16="http://schemas.microsoft.com/office/drawing/2014/main" id="{6402D14B-CEC8-DCCB-BE40-FF3DFDCE234C}"/>
              </a:ext>
            </a:extLst>
          </p:cNvPr>
          <p:cNvSpPr>
            <a:spLocks noGrp="1"/>
          </p:cNvSpPr>
          <p:nvPr>
            <p:ph idx="1"/>
          </p:nvPr>
        </p:nvSpPr>
        <p:spPr>
          <a:xfrm>
            <a:off x="677334" y="1102936"/>
            <a:ext cx="8596668" cy="4938427"/>
          </a:xfrm>
        </p:spPr>
        <p:txBody>
          <a:bodyPr>
            <a:normAutofit/>
          </a:bodyPr>
          <a:lstStyle/>
          <a:p>
            <a:pPr marL="0" indent="0">
              <a:buNone/>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CASE</a:t>
            </a:r>
            <a:r>
              <a:rPr lang="en-US" sz="2000" dirty="0">
                <a:latin typeface="Arial" panose="020B0604020202020204" pitchFamily="34" charset="0"/>
                <a:cs typeface="Arial" panose="020B0604020202020204" pitchFamily="34" charset="0"/>
              </a:rPr>
              <a:t> expression goes through conditions and returns a value when the first condition is met (like an if-then-else statement). So, once a condition is true, it will stop reading and return the result. If no conditions are true, it returns the value in the </a:t>
            </a:r>
            <a:r>
              <a:rPr lang="en-US" sz="2000" b="1" dirty="0">
                <a:latin typeface="Arial" panose="020B0604020202020204" pitchFamily="34" charset="0"/>
                <a:cs typeface="Arial" panose="020B0604020202020204" pitchFamily="34" charset="0"/>
              </a:rPr>
              <a:t>ELSE</a:t>
            </a:r>
            <a:r>
              <a:rPr lang="en-US" sz="2000" dirty="0">
                <a:latin typeface="Arial" panose="020B0604020202020204" pitchFamily="34" charset="0"/>
                <a:cs typeface="Arial" panose="020B0604020202020204" pitchFamily="34" charset="0"/>
              </a:rPr>
              <a:t> clause.</a:t>
            </a:r>
          </a:p>
          <a:p>
            <a:pPr marL="0" indent="0">
              <a:buNone/>
            </a:pPr>
            <a:r>
              <a:rPr lang="en-US" sz="2000" dirty="0">
                <a:latin typeface="Arial" panose="020B0604020202020204" pitchFamily="34" charset="0"/>
                <a:cs typeface="Arial" panose="020B0604020202020204" pitchFamily="34" charset="0"/>
              </a:rPr>
              <a:t>If there is no </a:t>
            </a:r>
            <a:r>
              <a:rPr lang="en-US" sz="2000" b="1" dirty="0">
                <a:latin typeface="Arial" panose="020B0604020202020204" pitchFamily="34" charset="0"/>
                <a:cs typeface="Arial" panose="020B0604020202020204" pitchFamily="34" charset="0"/>
              </a:rPr>
              <a:t>ELSE</a:t>
            </a:r>
            <a:r>
              <a:rPr lang="en-US" sz="2000" dirty="0">
                <a:latin typeface="Arial" panose="020B0604020202020204" pitchFamily="34" charset="0"/>
                <a:cs typeface="Arial" panose="020B0604020202020204" pitchFamily="34" charset="0"/>
              </a:rPr>
              <a:t> part and no conditions are true, it returns </a:t>
            </a:r>
            <a:r>
              <a:rPr lang="en-US" sz="2000" b="1" dirty="0">
                <a:latin typeface="Arial" panose="020B0604020202020204" pitchFamily="34" charset="0"/>
                <a:cs typeface="Arial" panose="020B0604020202020204" pitchFamily="34" charset="0"/>
              </a:rPr>
              <a:t>NULL</a:t>
            </a:r>
            <a:r>
              <a:rPr lang="en-US" sz="2000" dirty="0">
                <a:latin typeface="Arial" panose="020B0604020202020204" pitchFamily="34" charset="0"/>
                <a:cs typeface="Arial" panose="020B0604020202020204" pitchFamily="34" charset="0"/>
              </a:rPr>
              <a:t>.</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CASE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    WHEN condition1 THEN result1</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    WHEN condition2 THEN result2</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    WHEN </a:t>
            </a:r>
            <a:r>
              <a:rPr lang="en-US" sz="1600" i="1" dirty="0" err="1">
                <a:latin typeface="Arial" panose="020B0604020202020204" pitchFamily="34" charset="0"/>
                <a:cs typeface="Arial" panose="020B0604020202020204" pitchFamily="34" charset="0"/>
              </a:rPr>
              <a:t>conditionN</a:t>
            </a:r>
            <a:r>
              <a:rPr lang="en-US" sz="1600" i="1" dirty="0">
                <a:latin typeface="Arial" panose="020B0604020202020204" pitchFamily="34" charset="0"/>
                <a:cs typeface="Arial" panose="020B0604020202020204" pitchFamily="34" charset="0"/>
              </a:rPr>
              <a:t> THEN </a:t>
            </a:r>
            <a:r>
              <a:rPr lang="en-US" sz="1600" i="1" dirty="0" err="1">
                <a:latin typeface="Arial" panose="020B0604020202020204" pitchFamily="34" charset="0"/>
                <a:cs typeface="Arial" panose="020B0604020202020204" pitchFamily="34" charset="0"/>
              </a:rPr>
              <a:t>resultN</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    ELSE result</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END;</a:t>
            </a:r>
          </a:p>
        </p:txBody>
      </p:sp>
    </p:spTree>
    <p:extLst>
      <p:ext uri="{BB962C8B-B14F-4D97-AF65-F5344CB8AC3E}">
        <p14:creationId xmlns:p14="http://schemas.microsoft.com/office/powerpoint/2010/main" val="3439854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86D6E-FDE6-6B64-382A-E5C58F27362A}"/>
              </a:ext>
            </a:extLst>
          </p:cNvPr>
          <p:cNvSpPr>
            <a:spLocks noGrp="1"/>
          </p:cNvSpPr>
          <p:nvPr>
            <p:ph type="title"/>
          </p:nvPr>
        </p:nvSpPr>
        <p:spPr>
          <a:xfrm>
            <a:off x="677334" y="609600"/>
            <a:ext cx="8596668" cy="870408"/>
          </a:xfrm>
        </p:spPr>
        <p:txBody>
          <a:bodyPr/>
          <a:lstStyle/>
          <a:p>
            <a:r>
              <a:rPr lang="en-US" dirty="0">
                <a:solidFill>
                  <a:schemeClr val="tx1"/>
                </a:solidFill>
                <a:latin typeface="Arial Black" panose="020B0A04020102020204" pitchFamily="34" charset="0"/>
              </a:rPr>
              <a:t>         SQL NULL FUNCTIONS</a:t>
            </a:r>
          </a:p>
        </p:txBody>
      </p:sp>
      <p:sp>
        <p:nvSpPr>
          <p:cNvPr id="3" name="Content Placeholder 2">
            <a:extLst>
              <a:ext uri="{FF2B5EF4-FFF2-40B4-BE49-F238E27FC236}">
                <a16:creationId xmlns:a16="http://schemas.microsoft.com/office/drawing/2014/main" id="{EA48A4E0-CE6D-9D2C-78B0-64C8FF46FC7C}"/>
              </a:ext>
            </a:extLst>
          </p:cNvPr>
          <p:cNvSpPr>
            <a:spLocks noGrp="1"/>
          </p:cNvSpPr>
          <p:nvPr>
            <p:ph idx="1"/>
          </p:nvPr>
        </p:nvSpPr>
        <p:spPr>
          <a:xfrm>
            <a:off x="677334" y="1574275"/>
            <a:ext cx="8596668" cy="4467087"/>
          </a:xfrm>
        </p:spPr>
        <p:txBody>
          <a:bodyPr>
            <a:normAutofit/>
          </a:bodyPr>
          <a:lstStyle/>
          <a:p>
            <a:pPr marL="0" indent="0">
              <a:buNone/>
            </a:pPr>
            <a:r>
              <a:rPr lang="en-US" sz="2000" dirty="0">
                <a:latin typeface="Arial" panose="020B0604020202020204" pitchFamily="34" charset="0"/>
                <a:cs typeface="Arial" panose="020B0604020202020204" pitchFamily="34" charset="0"/>
              </a:rPr>
              <a:t>SQL Null function lets you return an alternative value if an expression is NULL.</a:t>
            </a:r>
          </a:p>
          <a:p>
            <a:pPr marL="0" indent="0">
              <a:buNone/>
            </a:pPr>
            <a:r>
              <a:rPr lang="en-US" sz="2000" dirty="0">
                <a:latin typeface="Arial" panose="020B0604020202020204" pitchFamily="34" charset="0"/>
                <a:cs typeface="Arial" panose="020B0604020202020204" pitchFamily="34" charset="0"/>
              </a:rPr>
              <a:t>MySQL uses the </a:t>
            </a:r>
            <a:r>
              <a:rPr lang="en-US" sz="2000" b="1" dirty="0">
                <a:latin typeface="Arial" panose="020B0604020202020204" pitchFamily="34" charset="0"/>
                <a:cs typeface="Arial" panose="020B0604020202020204" pitchFamily="34" charset="0"/>
              </a:rPr>
              <a:t>IFNULL() </a:t>
            </a:r>
            <a:r>
              <a:rPr lang="en-US" sz="2000" dirty="0">
                <a:latin typeface="Arial" panose="020B0604020202020204" pitchFamily="34" charset="0"/>
                <a:cs typeface="Arial" panose="020B0604020202020204" pitchFamily="34" charset="0"/>
              </a:rPr>
              <a:t>or </a:t>
            </a:r>
            <a:r>
              <a:rPr lang="en-US" sz="2000" b="1" dirty="0">
                <a:latin typeface="Arial" panose="020B0604020202020204" pitchFamily="34" charset="0"/>
                <a:cs typeface="Arial" panose="020B0604020202020204" pitchFamily="34" charset="0"/>
              </a:rPr>
              <a:t>COALESCE() </a:t>
            </a:r>
            <a:r>
              <a:rPr lang="en-US" sz="2000" dirty="0">
                <a:latin typeface="Arial" panose="020B0604020202020204" pitchFamily="34" charset="0"/>
                <a:cs typeface="Arial" panose="020B0604020202020204" pitchFamily="34" charset="0"/>
              </a:rPr>
              <a:t>FUNCTIONS.</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column1, column2 * (column3 + IFNULL(column4, 0))</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table_name</a:t>
            </a:r>
            <a:r>
              <a:rPr lang="en-US" sz="1600" i="1" dirty="0">
                <a:latin typeface="Arial" panose="020B0604020202020204" pitchFamily="34" charset="0"/>
                <a:cs typeface="Arial" panose="020B0604020202020204" pitchFamily="34" charset="0"/>
              </a:rPr>
              <a:t>;</a:t>
            </a:r>
          </a:p>
          <a:p>
            <a:pPr marL="0" indent="0">
              <a:buNone/>
            </a:pPr>
            <a:r>
              <a:rPr lang="en-US" sz="2000" dirty="0">
                <a:latin typeface="Arial" panose="020B0604020202020204" pitchFamily="34" charset="0"/>
                <a:cs typeface="Arial" panose="020B0604020202020204" pitchFamily="34" charset="0"/>
              </a:rPr>
              <a:t>Or we can use the </a:t>
            </a:r>
            <a:r>
              <a:rPr lang="en-US" sz="2000" b="1" dirty="0">
                <a:latin typeface="Arial" panose="020B0604020202020204" pitchFamily="34" charset="0"/>
                <a:cs typeface="Arial" panose="020B0604020202020204" pitchFamily="34" charset="0"/>
              </a:rPr>
              <a:t>COALESCE() </a:t>
            </a:r>
            <a:r>
              <a:rPr lang="en-US" sz="2000" dirty="0">
                <a:latin typeface="Arial" panose="020B0604020202020204" pitchFamily="34" charset="0"/>
                <a:cs typeface="Arial" panose="020B0604020202020204" pitchFamily="34" charset="0"/>
              </a:rPr>
              <a:t>function:</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SELECT column1, column2 * (column3 + COALESCE(column4, 0))</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FROM </a:t>
            </a:r>
            <a:r>
              <a:rPr lang="en-US" sz="1600" i="1" dirty="0" err="1">
                <a:latin typeface="Arial" panose="020B0604020202020204" pitchFamily="34" charset="0"/>
                <a:cs typeface="Arial" panose="020B0604020202020204" pitchFamily="34" charset="0"/>
              </a:rPr>
              <a:t>table_name</a:t>
            </a:r>
            <a:r>
              <a:rPr lang="en-US" sz="1600"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117301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FA3F3-D529-45AB-8D02-380247B36410}"/>
              </a:ext>
            </a:extLst>
          </p:cNvPr>
          <p:cNvSpPr>
            <a:spLocks noGrp="1"/>
          </p:cNvSpPr>
          <p:nvPr>
            <p:ph type="title"/>
          </p:nvPr>
        </p:nvSpPr>
        <p:spPr>
          <a:xfrm>
            <a:off x="677334" y="387717"/>
            <a:ext cx="8596668" cy="857839"/>
          </a:xfrm>
        </p:spPr>
        <p:txBody>
          <a:bodyPr/>
          <a:lstStyle/>
          <a:p>
            <a:r>
              <a:rPr lang="en-US" dirty="0">
                <a:solidFill>
                  <a:schemeClr val="tx1"/>
                </a:solidFill>
                <a:latin typeface="Arial Black" panose="020B0A04020102020204" pitchFamily="34" charset="0"/>
              </a:rPr>
              <a:t>SQL stored procedures</a:t>
            </a:r>
          </a:p>
        </p:txBody>
      </p:sp>
      <p:sp>
        <p:nvSpPr>
          <p:cNvPr id="3" name="Content Placeholder 2">
            <a:extLst>
              <a:ext uri="{FF2B5EF4-FFF2-40B4-BE49-F238E27FC236}">
                <a16:creationId xmlns:a16="http://schemas.microsoft.com/office/drawing/2014/main" id="{606F3B59-0101-0766-2C15-D4CC5A2F51A5}"/>
              </a:ext>
            </a:extLst>
          </p:cNvPr>
          <p:cNvSpPr>
            <a:spLocks noGrp="1"/>
          </p:cNvSpPr>
          <p:nvPr>
            <p:ph idx="1"/>
          </p:nvPr>
        </p:nvSpPr>
        <p:spPr>
          <a:xfrm>
            <a:off x="677334" y="1293908"/>
            <a:ext cx="9249091" cy="4929001"/>
          </a:xfrm>
        </p:spPr>
        <p:txBody>
          <a:bodyPr>
            <a:normAutofit/>
          </a:bodyPr>
          <a:lstStyle/>
          <a:p>
            <a:pPr marL="0" indent="0">
              <a:buNone/>
            </a:pPr>
            <a:r>
              <a:rPr lang="en-US" sz="2000" dirty="0">
                <a:latin typeface="Arial" panose="020B0604020202020204" pitchFamily="34" charset="0"/>
                <a:cs typeface="Arial" panose="020B0604020202020204" pitchFamily="34" charset="0"/>
              </a:rPr>
              <a:t>A stored procedure is a prepared SQL code that you can save, so the code can be reused over and over again.</a:t>
            </a:r>
          </a:p>
          <a:p>
            <a:pPr marL="0" indent="0">
              <a:buNone/>
            </a:pPr>
            <a:r>
              <a:rPr lang="en-US" sz="2000" dirty="0">
                <a:latin typeface="Arial" panose="020B0604020202020204" pitchFamily="34" charset="0"/>
                <a:cs typeface="Arial" panose="020B0604020202020204" pitchFamily="34" charset="0"/>
              </a:rPr>
              <a:t>So if you have an SQL query that you write over and over again, save it as a stored procedure, and then just call it to execute it.</a:t>
            </a:r>
          </a:p>
          <a:p>
            <a:pPr marL="0" indent="0">
              <a:buNone/>
            </a:pPr>
            <a:r>
              <a:rPr lang="en-US" sz="2000" dirty="0">
                <a:latin typeface="Arial" panose="020B0604020202020204" pitchFamily="34" charset="0"/>
                <a:cs typeface="Arial" panose="020B0604020202020204" pitchFamily="34" charset="0"/>
              </a:rPr>
              <a:t>You can also pass parameters to a stored procedure, so that the stored procedure can act based on the parameter value(s) that is passed.</a:t>
            </a:r>
          </a:p>
          <a:p>
            <a:pPr marL="0" indent="0">
              <a:buNone/>
            </a:pPr>
            <a:r>
              <a:rPr lang="en-US" b="1" dirty="0">
                <a:latin typeface="Arial" panose="020B0604020202020204" pitchFamily="34" charset="0"/>
                <a:cs typeface="Arial" panose="020B0604020202020204" pitchFamily="34" charset="0"/>
              </a:rPr>
              <a:t>Stored procedure syntax:</a:t>
            </a:r>
          </a:p>
          <a:p>
            <a:pPr marL="0" indent="0">
              <a:buNone/>
            </a:pPr>
            <a:r>
              <a:rPr lang="en-US" sz="1600" i="1" dirty="0">
                <a:latin typeface="Arial" panose="020B0604020202020204" pitchFamily="34" charset="0"/>
                <a:cs typeface="Arial" panose="020B0604020202020204" pitchFamily="34" charset="0"/>
              </a:rPr>
              <a:t>CREATE PROCEDURE </a:t>
            </a:r>
            <a:r>
              <a:rPr lang="en-US" sz="1600" i="1" dirty="0" err="1">
                <a:latin typeface="Arial" panose="020B0604020202020204" pitchFamily="34" charset="0"/>
                <a:cs typeface="Arial" panose="020B0604020202020204" pitchFamily="34" charset="0"/>
              </a:rPr>
              <a:t>procedure_name</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AS</a:t>
            </a:r>
            <a:br>
              <a:rPr lang="en-US" sz="1600" i="1" dirty="0">
                <a:latin typeface="Arial" panose="020B0604020202020204" pitchFamily="34" charset="0"/>
                <a:cs typeface="Arial" panose="020B0604020202020204" pitchFamily="34" charset="0"/>
              </a:rPr>
            </a:br>
            <a:r>
              <a:rPr lang="en-US" sz="1600" i="1" dirty="0" err="1">
                <a:latin typeface="Arial" panose="020B0604020202020204" pitchFamily="34" charset="0"/>
                <a:cs typeface="Arial" panose="020B0604020202020204" pitchFamily="34" charset="0"/>
              </a:rPr>
              <a:t>sql_statement</a:t>
            </a:r>
            <a:br>
              <a:rPr lang="en-US" sz="1600" i="1" dirty="0">
                <a:latin typeface="Arial" panose="020B0604020202020204" pitchFamily="34" charset="0"/>
                <a:cs typeface="Arial" panose="020B0604020202020204" pitchFamily="34" charset="0"/>
              </a:rPr>
            </a:br>
            <a:r>
              <a:rPr lang="en-US" sz="1600" i="1" dirty="0">
                <a:latin typeface="Arial" panose="020B0604020202020204" pitchFamily="34" charset="0"/>
                <a:cs typeface="Arial" panose="020B0604020202020204" pitchFamily="34" charset="0"/>
              </a:rPr>
              <a:t>GO;</a:t>
            </a:r>
          </a:p>
          <a:p>
            <a:pPr marL="0" indent="0">
              <a:buNone/>
            </a:pPr>
            <a:r>
              <a:rPr lang="en-US" b="1" dirty="0">
                <a:latin typeface="Arial" panose="020B0604020202020204" pitchFamily="34" charset="0"/>
                <a:cs typeface="Arial" panose="020B0604020202020204" pitchFamily="34" charset="0"/>
              </a:rPr>
              <a:t>Execute a stored procedure:</a:t>
            </a:r>
          </a:p>
          <a:p>
            <a:pPr marL="0" indent="0">
              <a:buNone/>
            </a:pPr>
            <a:r>
              <a:rPr lang="en-US" sz="1600" i="1" dirty="0">
                <a:latin typeface="Arial" panose="020B0604020202020204" pitchFamily="34" charset="0"/>
                <a:cs typeface="Arial" panose="020B0604020202020204" pitchFamily="34" charset="0"/>
              </a:rPr>
              <a:t>EXEC </a:t>
            </a:r>
            <a:r>
              <a:rPr lang="en-US" sz="1600" i="1" dirty="0" err="1">
                <a:latin typeface="Arial" panose="020B0604020202020204" pitchFamily="34" charset="0"/>
                <a:cs typeface="Arial" panose="020B0604020202020204" pitchFamily="34" charset="0"/>
              </a:rPr>
              <a:t>procedure_name</a:t>
            </a:r>
            <a:r>
              <a:rPr lang="en-US" sz="1600" i="1" dirty="0">
                <a:latin typeface="Arial" panose="020B0604020202020204" pitchFamily="34" charset="0"/>
                <a:cs typeface="Arial" panose="020B0604020202020204" pitchFamily="34" charset="0"/>
              </a:rPr>
              <a:t>;</a:t>
            </a:r>
          </a:p>
          <a:p>
            <a:pPr marL="0" indent="0">
              <a:buNone/>
            </a:pPr>
            <a:endParaRPr lang="en-US" dirty="0"/>
          </a:p>
        </p:txBody>
      </p:sp>
    </p:spTree>
    <p:extLst>
      <p:ext uri="{BB962C8B-B14F-4D97-AF65-F5344CB8AC3E}">
        <p14:creationId xmlns:p14="http://schemas.microsoft.com/office/powerpoint/2010/main" val="1284750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4ABC5-1CC4-4CD6-D666-2A34777A9803}"/>
              </a:ext>
            </a:extLst>
          </p:cNvPr>
          <p:cNvSpPr>
            <a:spLocks noGrp="1"/>
          </p:cNvSpPr>
          <p:nvPr>
            <p:ph type="title"/>
          </p:nvPr>
        </p:nvSpPr>
        <p:spPr>
          <a:xfrm>
            <a:off x="677334" y="609600"/>
            <a:ext cx="8596668" cy="851555"/>
          </a:xfrm>
        </p:spPr>
        <p:txBody>
          <a:bodyPr/>
          <a:lstStyle/>
          <a:p>
            <a:r>
              <a:rPr lang="en-US" b="1" dirty="0">
                <a:solidFill>
                  <a:schemeClr val="tx1"/>
                </a:solidFill>
                <a:latin typeface="Arial Black" panose="020B0A04020102020204" pitchFamily="34" charset="0"/>
              </a:rPr>
              <a:t>           SQL Comments</a:t>
            </a:r>
          </a:p>
        </p:txBody>
      </p:sp>
      <p:sp>
        <p:nvSpPr>
          <p:cNvPr id="3" name="Content Placeholder 2">
            <a:extLst>
              <a:ext uri="{FF2B5EF4-FFF2-40B4-BE49-F238E27FC236}">
                <a16:creationId xmlns:a16="http://schemas.microsoft.com/office/drawing/2014/main" id="{FC012B58-C274-D21D-9539-3A231FCCDD5D}"/>
              </a:ext>
            </a:extLst>
          </p:cNvPr>
          <p:cNvSpPr>
            <a:spLocks noGrp="1"/>
          </p:cNvSpPr>
          <p:nvPr>
            <p:ph idx="1"/>
          </p:nvPr>
        </p:nvSpPr>
        <p:spPr>
          <a:xfrm>
            <a:off x="677334" y="1461155"/>
            <a:ext cx="9315078" cy="4580207"/>
          </a:xfrm>
        </p:spPr>
        <p:txBody>
          <a:bodyPr>
            <a:normAutofit/>
          </a:bodyPr>
          <a:lstStyle/>
          <a:p>
            <a:pPr marL="0" indent="0">
              <a:buNone/>
            </a:pPr>
            <a:r>
              <a:rPr lang="en-US" sz="2400" dirty="0">
                <a:latin typeface="Arial" panose="020B0604020202020204" pitchFamily="34" charset="0"/>
                <a:cs typeface="Arial" panose="020B0604020202020204" pitchFamily="34" charset="0"/>
              </a:rPr>
              <a:t>Comments are used to explain sections of SQL statements, or to prevent execution of SQL statements.</a:t>
            </a:r>
          </a:p>
          <a:p>
            <a:pPr marL="0" indent="0">
              <a:buNone/>
            </a:pPr>
            <a:r>
              <a:rPr lang="en-US" sz="2400" dirty="0">
                <a:latin typeface="Arial" panose="020B0604020202020204" pitchFamily="34" charset="0"/>
                <a:cs typeface="Arial" panose="020B0604020202020204" pitchFamily="34" charset="0"/>
              </a:rPr>
              <a:t>Single line comments</a:t>
            </a:r>
          </a:p>
          <a:p>
            <a:pPr marL="0" indent="0">
              <a:buNone/>
            </a:pPr>
            <a:r>
              <a:rPr lang="en-US" sz="2400" dirty="0">
                <a:latin typeface="Arial" panose="020B0604020202020204" pitchFamily="34" charset="0"/>
                <a:cs typeface="Arial" panose="020B0604020202020204" pitchFamily="34" charset="0"/>
              </a:rPr>
              <a:t>Single line comments start with </a:t>
            </a:r>
            <a:r>
              <a:rPr lang="en-US" sz="2400" b="1" dirty="0">
                <a:latin typeface="Arial" panose="020B0604020202020204" pitchFamily="34" charset="0"/>
                <a:cs typeface="Arial" panose="020B0604020202020204" pitchFamily="34" charset="0"/>
              </a:rPr>
              <a:t>--</a:t>
            </a:r>
          </a:p>
          <a:p>
            <a:pPr marL="0" indent="0">
              <a:buNone/>
            </a:pPr>
            <a:r>
              <a:rPr lang="en-US" sz="2400" dirty="0">
                <a:latin typeface="Arial" panose="020B0604020202020204" pitchFamily="34" charset="0"/>
                <a:cs typeface="Arial" panose="020B0604020202020204" pitchFamily="34" charset="0"/>
              </a:rPr>
              <a:t>Any text between </a:t>
            </a:r>
            <a:r>
              <a:rPr lang="en-US" sz="2400" b="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and the end of the line will be ignored (will not be executed).</a:t>
            </a:r>
          </a:p>
          <a:p>
            <a:pPr marL="0" indent="0">
              <a:buNone/>
            </a:pPr>
            <a:r>
              <a:rPr lang="en-US" sz="2400" dirty="0">
                <a:latin typeface="Arial" panose="020B0604020202020204" pitchFamily="34" charset="0"/>
                <a:cs typeface="Arial" panose="020B0604020202020204" pitchFamily="34" charset="0"/>
              </a:rPr>
              <a:t>Multi-line comments</a:t>
            </a:r>
          </a:p>
          <a:p>
            <a:pPr marL="0" indent="0">
              <a:buNone/>
            </a:pPr>
            <a:r>
              <a:rPr lang="en-US" sz="2400" dirty="0">
                <a:latin typeface="Arial" panose="020B0604020202020204" pitchFamily="34" charset="0"/>
                <a:cs typeface="Arial" panose="020B0604020202020204" pitchFamily="34" charset="0"/>
              </a:rPr>
              <a:t>Multi-line comments start with </a:t>
            </a:r>
            <a:r>
              <a:rPr lang="en-US" sz="2400" b="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and end with </a:t>
            </a:r>
            <a:r>
              <a:rPr lang="en-US" sz="2400" b="1" dirty="0">
                <a:latin typeface="Arial" panose="020B0604020202020204" pitchFamily="34" charset="0"/>
                <a:cs typeface="Arial" panose="020B0604020202020204" pitchFamily="34" charset="0"/>
              </a:rPr>
              <a:t>*/</a:t>
            </a:r>
          </a:p>
          <a:p>
            <a:pPr marL="0" indent="0">
              <a:buNone/>
            </a:pPr>
            <a:r>
              <a:rPr lang="en-US" sz="2400" dirty="0">
                <a:latin typeface="Arial" panose="020B0604020202020204" pitchFamily="34" charset="0"/>
                <a:cs typeface="Arial" panose="020B0604020202020204" pitchFamily="34" charset="0"/>
              </a:rPr>
              <a:t>Any text between </a:t>
            </a:r>
            <a:r>
              <a:rPr lang="en-US" sz="2400" b="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and </a:t>
            </a:r>
            <a:r>
              <a:rPr lang="en-US" sz="2400" b="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will be ignored.</a:t>
            </a:r>
          </a:p>
        </p:txBody>
      </p:sp>
    </p:spTree>
    <p:extLst>
      <p:ext uri="{BB962C8B-B14F-4D97-AF65-F5344CB8AC3E}">
        <p14:creationId xmlns:p14="http://schemas.microsoft.com/office/powerpoint/2010/main" val="3050308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543A-F709-60B9-46F1-BB563785E84E}"/>
              </a:ext>
            </a:extLst>
          </p:cNvPr>
          <p:cNvSpPr>
            <a:spLocks noGrp="1"/>
          </p:cNvSpPr>
          <p:nvPr>
            <p:ph type="title"/>
          </p:nvPr>
        </p:nvSpPr>
        <p:spPr>
          <a:xfrm>
            <a:off x="677334" y="223101"/>
            <a:ext cx="8596668" cy="860981"/>
          </a:xfrm>
        </p:spPr>
        <p:txBody>
          <a:bodyPr/>
          <a:lstStyle/>
          <a:p>
            <a:r>
              <a:rPr lang="en-US" b="1" dirty="0">
                <a:solidFill>
                  <a:schemeClr val="tx1"/>
                </a:solidFill>
                <a:latin typeface="Arial Black" panose="020B0A04020102020204" pitchFamily="34" charset="0"/>
              </a:rPr>
              <a:t>            SQL operators</a:t>
            </a:r>
          </a:p>
        </p:txBody>
      </p:sp>
      <p:sp>
        <p:nvSpPr>
          <p:cNvPr id="3" name="Content Placeholder 2">
            <a:extLst>
              <a:ext uri="{FF2B5EF4-FFF2-40B4-BE49-F238E27FC236}">
                <a16:creationId xmlns:a16="http://schemas.microsoft.com/office/drawing/2014/main" id="{664CFEFC-4980-1BF3-AC4B-14555C230401}"/>
              </a:ext>
            </a:extLst>
          </p:cNvPr>
          <p:cNvSpPr>
            <a:spLocks noGrp="1"/>
          </p:cNvSpPr>
          <p:nvPr>
            <p:ph idx="1"/>
          </p:nvPr>
        </p:nvSpPr>
        <p:spPr>
          <a:xfrm>
            <a:off x="677333" y="933255"/>
            <a:ext cx="10238905" cy="5392132"/>
          </a:xfrm>
        </p:spPr>
        <p:txBody>
          <a:bodyPr/>
          <a:lstStyle/>
          <a:p>
            <a:pPr marL="0" indent="0">
              <a:buNone/>
            </a:pPr>
            <a:r>
              <a:rPr lang="en-US" b="1" u="sng" dirty="0">
                <a:latin typeface="Arial" panose="020B0604020202020204" pitchFamily="34" charset="0"/>
                <a:cs typeface="Arial" panose="020B0604020202020204" pitchFamily="34" charset="0"/>
              </a:rPr>
              <a:t>Arithmetic operators</a:t>
            </a:r>
          </a:p>
          <a:p>
            <a:pPr marL="0" indent="0">
              <a:buNone/>
            </a:pPr>
            <a:r>
              <a:rPr lang="en-US" b="1" dirty="0">
                <a:latin typeface="Arial" panose="020B0604020202020204" pitchFamily="34" charset="0"/>
                <a:cs typeface="Arial" panose="020B0604020202020204" pitchFamily="34" charset="0"/>
              </a:rPr>
              <a:t>Operator                  Description</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Add</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Subtract</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Multiplication</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Division</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Modulo</a:t>
            </a:r>
          </a:p>
          <a:p>
            <a:pPr marL="0" indent="0">
              <a:buNone/>
            </a:pPr>
            <a:r>
              <a:rPr lang="en-US" b="1" u="sng" dirty="0">
                <a:latin typeface="Arial" panose="020B0604020202020204" pitchFamily="34" charset="0"/>
                <a:cs typeface="Arial" panose="020B0604020202020204" pitchFamily="34" charset="0"/>
              </a:rPr>
              <a:t>Bitwise Operators</a:t>
            </a:r>
          </a:p>
          <a:p>
            <a:pPr marL="0" indent="0">
              <a:buNone/>
            </a:pPr>
            <a:r>
              <a:rPr lang="en-US" b="1" dirty="0">
                <a:latin typeface="Arial" panose="020B0604020202020204" pitchFamily="34" charset="0"/>
                <a:cs typeface="Arial" panose="020B0604020202020204" pitchFamily="34" charset="0"/>
              </a:rPr>
              <a:t>Operator               Description</a:t>
            </a:r>
          </a:p>
          <a:p>
            <a:pPr marL="0" indent="0">
              <a:buNone/>
            </a:pPr>
            <a:r>
              <a:rPr lang="en-US" b="1" dirty="0">
                <a:latin typeface="Arial" panose="020B0604020202020204" pitchFamily="34" charset="0"/>
                <a:cs typeface="Arial" panose="020B0604020202020204" pitchFamily="34" charset="0"/>
              </a:rPr>
              <a:t>&amp;                            </a:t>
            </a:r>
            <a:r>
              <a:rPr lang="en-US" dirty="0">
                <a:latin typeface="Arial" panose="020B0604020202020204" pitchFamily="34" charset="0"/>
                <a:cs typeface="Arial" panose="020B0604020202020204" pitchFamily="34" charset="0"/>
              </a:rPr>
              <a:t>Bitwise AND</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Bitwise OR </a:t>
            </a:r>
          </a:p>
          <a:p>
            <a:pPr marL="0" indent="0">
              <a:buNone/>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Bitwise exclusive OR</a:t>
            </a:r>
          </a:p>
        </p:txBody>
      </p:sp>
    </p:spTree>
    <p:extLst>
      <p:ext uri="{BB962C8B-B14F-4D97-AF65-F5344CB8AC3E}">
        <p14:creationId xmlns:p14="http://schemas.microsoft.com/office/powerpoint/2010/main" val="3600992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1EC610-24FA-4B89-9107-2C3C3D51B1B6}"/>
              </a:ext>
            </a:extLst>
          </p:cNvPr>
          <p:cNvSpPr>
            <a:spLocks noGrp="1"/>
          </p:cNvSpPr>
          <p:nvPr>
            <p:ph idx="1"/>
          </p:nvPr>
        </p:nvSpPr>
        <p:spPr>
          <a:xfrm>
            <a:off x="677333" y="452487"/>
            <a:ext cx="9739285" cy="5797484"/>
          </a:xfrm>
        </p:spPr>
        <p:txBody>
          <a:bodyPr>
            <a:normAutofit fontScale="85000" lnSpcReduction="20000"/>
          </a:bodyPr>
          <a:lstStyle/>
          <a:p>
            <a:pPr marL="0" indent="0">
              <a:buNone/>
            </a:pPr>
            <a:r>
              <a:rPr lang="en-US" b="1" u="sng" dirty="0">
                <a:latin typeface="Arial" panose="020B0604020202020204" pitchFamily="34" charset="0"/>
                <a:cs typeface="Arial" panose="020B0604020202020204" pitchFamily="34" charset="0"/>
              </a:rPr>
              <a:t>Comparison operators</a:t>
            </a:r>
          </a:p>
          <a:p>
            <a:pPr marL="0" indent="0">
              <a:buNone/>
            </a:pPr>
            <a:r>
              <a:rPr lang="en-US" b="1" dirty="0">
                <a:latin typeface="Arial" panose="020B0604020202020204" pitchFamily="34" charset="0"/>
                <a:cs typeface="Arial" panose="020B0604020202020204" pitchFamily="34" charset="0"/>
              </a:rPr>
              <a:t>Operator                         Description</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Equal to</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Greater than</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&lt;</a:t>
            </a:r>
            <a:r>
              <a:rPr lang="en-US" dirty="0">
                <a:latin typeface="Arial" panose="020B0604020202020204" pitchFamily="34" charset="0"/>
                <a:cs typeface="Arial" panose="020B0604020202020204" pitchFamily="34" charset="0"/>
              </a:rPr>
              <a:t>                               Less than </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Greater than or equal to</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&lt;=</a:t>
            </a:r>
            <a:r>
              <a:rPr lang="en-US" dirty="0">
                <a:latin typeface="Arial" panose="020B0604020202020204" pitchFamily="34" charset="0"/>
                <a:cs typeface="Arial" panose="020B0604020202020204" pitchFamily="34" charset="0"/>
              </a:rPr>
              <a:t>                             Less than or equal to</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&lt;&gt;</a:t>
            </a:r>
            <a:r>
              <a:rPr lang="en-US" dirty="0">
                <a:latin typeface="Arial" panose="020B0604020202020204" pitchFamily="34" charset="0"/>
                <a:cs typeface="Arial" panose="020B0604020202020204" pitchFamily="34" charset="0"/>
              </a:rPr>
              <a:t>                             Not equal to</a:t>
            </a:r>
          </a:p>
          <a:p>
            <a:pPr marL="0" indent="0">
              <a:buNone/>
            </a:pPr>
            <a:r>
              <a:rPr lang="en-US" b="1" u="sng" dirty="0">
                <a:latin typeface="Arial" panose="020B0604020202020204" pitchFamily="34" charset="0"/>
                <a:cs typeface="Arial" panose="020B0604020202020204" pitchFamily="34" charset="0"/>
              </a:rPr>
              <a:t>Compound operators</a:t>
            </a:r>
          </a:p>
          <a:p>
            <a:pPr marL="0" indent="0">
              <a:buNone/>
            </a:pPr>
            <a:r>
              <a:rPr lang="en-US" b="1" dirty="0">
                <a:latin typeface="Arial" panose="020B0604020202020204" pitchFamily="34" charset="0"/>
                <a:cs typeface="Arial" panose="020B0604020202020204" pitchFamily="34" charset="0"/>
              </a:rPr>
              <a:t>Operator                           Description</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Add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Subtract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Multiply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Divide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Modulo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&amp;=</a:t>
            </a:r>
            <a:r>
              <a:rPr lang="en-US" dirty="0">
                <a:latin typeface="Arial" panose="020B0604020202020204" pitchFamily="34" charset="0"/>
                <a:cs typeface="Arial" panose="020B0604020202020204" pitchFamily="34" charset="0"/>
              </a:rPr>
              <a:t>                           Bitwise AND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Bitwise exclusive equals</a:t>
            </a:r>
          </a:p>
          <a:p>
            <a:pPr marL="0" indent="0">
              <a:buNone/>
            </a:pP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Bitwise OR equals</a:t>
            </a:r>
          </a:p>
        </p:txBody>
      </p:sp>
    </p:spTree>
    <p:extLst>
      <p:ext uri="{BB962C8B-B14F-4D97-AF65-F5344CB8AC3E}">
        <p14:creationId xmlns:p14="http://schemas.microsoft.com/office/powerpoint/2010/main" val="671023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192550-58C6-AB16-597E-9B264040C7D8}"/>
              </a:ext>
            </a:extLst>
          </p:cNvPr>
          <p:cNvSpPr>
            <a:spLocks noGrp="1"/>
          </p:cNvSpPr>
          <p:nvPr>
            <p:ph idx="1"/>
          </p:nvPr>
        </p:nvSpPr>
        <p:spPr>
          <a:xfrm>
            <a:off x="677334" y="565609"/>
            <a:ext cx="9635590" cy="5475754"/>
          </a:xfrm>
        </p:spPr>
        <p:txBody>
          <a:bodyPr/>
          <a:lstStyle/>
          <a:p>
            <a:pPr marL="0" indent="0">
              <a:buNone/>
            </a:pPr>
            <a:r>
              <a:rPr lang="en-US" b="1" u="sng" dirty="0"/>
              <a:t>Logical operators</a:t>
            </a:r>
          </a:p>
          <a:p>
            <a:pPr marL="0" indent="0">
              <a:buNone/>
            </a:pPr>
            <a:r>
              <a:rPr lang="en-US" b="1" dirty="0"/>
              <a:t>Operator                        Description</a:t>
            </a:r>
          </a:p>
          <a:p>
            <a:pPr marL="0" indent="0">
              <a:buNone/>
            </a:pPr>
            <a:r>
              <a:rPr lang="en-US" b="1" dirty="0"/>
              <a:t>ALL</a:t>
            </a:r>
            <a:r>
              <a:rPr lang="en-US" dirty="0"/>
              <a:t>                             TRUE if all of the subquery values meet the condition</a:t>
            </a:r>
          </a:p>
          <a:p>
            <a:pPr marL="0" indent="0">
              <a:buNone/>
            </a:pPr>
            <a:r>
              <a:rPr lang="en-US" b="1" dirty="0"/>
              <a:t>AND</a:t>
            </a:r>
            <a:r>
              <a:rPr lang="en-US" dirty="0"/>
              <a:t>                            TRUE if all the conditions separated by AND is TRUE</a:t>
            </a:r>
          </a:p>
          <a:p>
            <a:pPr marL="0" indent="0">
              <a:buNone/>
            </a:pPr>
            <a:r>
              <a:rPr lang="en-US" b="1" dirty="0"/>
              <a:t>ANY</a:t>
            </a:r>
            <a:r>
              <a:rPr lang="en-US" dirty="0"/>
              <a:t>                            TRUE if any of the subquery values meet the condition</a:t>
            </a:r>
          </a:p>
          <a:p>
            <a:pPr marL="0" indent="0">
              <a:buNone/>
            </a:pPr>
            <a:r>
              <a:rPr lang="en-US" b="1" dirty="0"/>
              <a:t>BETWEEN</a:t>
            </a:r>
            <a:r>
              <a:rPr lang="en-US" dirty="0"/>
              <a:t>                    TRUE if the operand is within the range of comparisons</a:t>
            </a:r>
          </a:p>
          <a:p>
            <a:pPr marL="0" indent="0">
              <a:buNone/>
            </a:pPr>
            <a:r>
              <a:rPr lang="en-US" b="1" dirty="0"/>
              <a:t>EXISTS</a:t>
            </a:r>
            <a:r>
              <a:rPr lang="en-US" dirty="0"/>
              <a:t>                         TRUE if the subquery returns one or more records</a:t>
            </a:r>
          </a:p>
          <a:p>
            <a:pPr marL="0" indent="0">
              <a:buNone/>
            </a:pPr>
            <a:r>
              <a:rPr lang="en-US" b="1" dirty="0"/>
              <a:t>IN</a:t>
            </a:r>
            <a:r>
              <a:rPr lang="en-US" dirty="0"/>
              <a:t>                                TRUE if the operand is equal to one of a list of expressions</a:t>
            </a:r>
          </a:p>
          <a:p>
            <a:pPr marL="0" indent="0">
              <a:buNone/>
            </a:pPr>
            <a:r>
              <a:rPr lang="en-US" b="1" dirty="0"/>
              <a:t>LIKE</a:t>
            </a:r>
            <a:r>
              <a:rPr lang="en-US" dirty="0"/>
              <a:t>                             TRUE if the operand matches a pattern</a:t>
            </a:r>
          </a:p>
          <a:p>
            <a:pPr marL="0" indent="0">
              <a:buNone/>
            </a:pPr>
            <a:r>
              <a:rPr lang="en-US" b="1" dirty="0"/>
              <a:t>NOT</a:t>
            </a:r>
            <a:r>
              <a:rPr lang="en-US" dirty="0"/>
              <a:t>                             Displays a record if the condition(s) is NOT TRUE</a:t>
            </a:r>
          </a:p>
          <a:p>
            <a:pPr marL="0" indent="0">
              <a:buNone/>
            </a:pPr>
            <a:r>
              <a:rPr lang="en-US" b="1" dirty="0"/>
              <a:t>OR</a:t>
            </a:r>
            <a:r>
              <a:rPr lang="en-US" dirty="0"/>
              <a:t>                               TRUE if any of the conditions separated by OR is TRUE</a:t>
            </a:r>
          </a:p>
          <a:p>
            <a:pPr marL="0" indent="0">
              <a:buNone/>
            </a:pPr>
            <a:r>
              <a:rPr lang="en-US" b="1" dirty="0"/>
              <a:t>SOME</a:t>
            </a:r>
            <a:r>
              <a:rPr lang="en-US" dirty="0"/>
              <a:t>                            TRUE if any of the subquery values meet the condition</a:t>
            </a:r>
          </a:p>
          <a:p>
            <a:pPr marL="0" indent="0">
              <a:buNone/>
            </a:pPr>
            <a:endParaRPr lang="en-US" dirty="0"/>
          </a:p>
        </p:txBody>
      </p:sp>
    </p:spTree>
    <p:extLst>
      <p:ext uri="{BB962C8B-B14F-4D97-AF65-F5344CB8AC3E}">
        <p14:creationId xmlns:p14="http://schemas.microsoft.com/office/powerpoint/2010/main" val="785665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7A103-78C0-6E5D-E8B5-EFB85C464105}"/>
              </a:ext>
            </a:extLst>
          </p:cNvPr>
          <p:cNvSpPr>
            <a:spLocks noGrp="1"/>
          </p:cNvSpPr>
          <p:nvPr>
            <p:ph type="title"/>
          </p:nvPr>
        </p:nvSpPr>
        <p:spPr>
          <a:xfrm>
            <a:off x="847016" y="659876"/>
            <a:ext cx="8596668" cy="989814"/>
          </a:xfrm>
        </p:spPr>
        <p:txBody>
          <a:bodyPr/>
          <a:lstStyle/>
          <a:p>
            <a:r>
              <a:rPr lang="en-US" b="1" dirty="0">
                <a:solidFill>
                  <a:schemeClr val="tx1"/>
                </a:solidFill>
                <a:latin typeface="Arial Black" panose="020B0A04020102020204" pitchFamily="34" charset="0"/>
              </a:rPr>
              <a:t>      SQL CREATE DATABASE</a:t>
            </a:r>
          </a:p>
        </p:txBody>
      </p:sp>
      <p:sp>
        <p:nvSpPr>
          <p:cNvPr id="3" name="Content Placeholder 2">
            <a:extLst>
              <a:ext uri="{FF2B5EF4-FFF2-40B4-BE49-F238E27FC236}">
                <a16:creationId xmlns:a16="http://schemas.microsoft.com/office/drawing/2014/main" id="{A0914D14-74E2-E872-B174-E35DD4375A86}"/>
              </a:ext>
            </a:extLst>
          </p:cNvPr>
          <p:cNvSpPr>
            <a:spLocks noGrp="1"/>
          </p:cNvSpPr>
          <p:nvPr>
            <p:ph idx="1"/>
          </p:nvPr>
        </p:nvSpPr>
        <p:spPr>
          <a:xfrm>
            <a:off x="677333" y="1875934"/>
            <a:ext cx="9069981" cy="4165428"/>
          </a:xfrm>
        </p:spPr>
        <p:txBody>
          <a:bodyPr/>
          <a:lstStyle/>
          <a:p>
            <a:pPr marL="0" indent="0">
              <a:buNone/>
            </a:pPr>
            <a:r>
              <a:rPr lang="en-US" sz="2400" dirty="0">
                <a:latin typeface="Arial" panose="020B0604020202020204" pitchFamily="34" charset="0"/>
                <a:cs typeface="Arial" panose="020B0604020202020204" pitchFamily="34" charset="0"/>
              </a:rPr>
              <a:t>The SQL </a:t>
            </a:r>
            <a:r>
              <a:rPr lang="en-US" sz="2400" b="1" dirty="0">
                <a:latin typeface="Arial" panose="020B0604020202020204" pitchFamily="34" charset="0"/>
                <a:cs typeface="Arial" panose="020B0604020202020204" pitchFamily="34" charset="0"/>
              </a:rPr>
              <a:t>CREATE DATABASE </a:t>
            </a:r>
            <a:r>
              <a:rPr lang="en-US" sz="2400" dirty="0">
                <a:latin typeface="Arial" panose="020B0604020202020204" pitchFamily="34" charset="0"/>
                <a:cs typeface="Arial" panose="020B0604020202020204" pitchFamily="34" charset="0"/>
              </a:rPr>
              <a:t>statement is used to create a new SQL database.</a:t>
            </a:r>
          </a:p>
          <a:p>
            <a:pPr marL="0" indent="0">
              <a:buNone/>
            </a:pPr>
            <a:r>
              <a:rPr lang="en-US" sz="2000" b="1" dirty="0">
                <a:latin typeface="Arial" panose="020B0604020202020204" pitchFamily="34" charset="0"/>
                <a:cs typeface="Arial" panose="020B0604020202020204" pitchFamily="34" charset="0"/>
              </a:rPr>
              <a:t>Syntax:</a:t>
            </a:r>
          </a:p>
          <a:p>
            <a:pPr marL="0" indent="0">
              <a:buNone/>
            </a:pPr>
            <a:r>
              <a:rPr lang="en-US" i="1" dirty="0">
                <a:latin typeface="Arial" panose="020B0604020202020204" pitchFamily="34" charset="0"/>
                <a:cs typeface="Arial" panose="020B0604020202020204" pitchFamily="34" charset="0"/>
              </a:rPr>
              <a:t>CREATE DATABASE </a:t>
            </a:r>
            <a:r>
              <a:rPr lang="en-US" i="1" dirty="0" err="1">
                <a:latin typeface="Arial" panose="020B0604020202020204" pitchFamily="34" charset="0"/>
                <a:cs typeface="Arial" panose="020B0604020202020204" pitchFamily="34" charset="0"/>
              </a:rPr>
              <a:t>databasename</a:t>
            </a:r>
            <a:r>
              <a:rPr lang="en-US" i="1" dirty="0">
                <a:latin typeface="Arial" panose="020B0604020202020204" pitchFamily="34" charset="0"/>
                <a:cs typeface="Arial" panose="020B0604020202020204" pitchFamily="34" charset="0"/>
              </a:rPr>
              <a:t>;</a:t>
            </a:r>
          </a:p>
          <a:p>
            <a:pPr marL="0" indent="0">
              <a:buNone/>
            </a:pPr>
            <a:r>
              <a:rPr lang="en-US" sz="2400" dirty="0">
                <a:latin typeface="Arial" panose="020B0604020202020204" pitchFamily="34" charset="0"/>
                <a:cs typeface="Arial" panose="020B0604020202020204" pitchFamily="34" charset="0"/>
              </a:rPr>
              <a:t>Note: Make sure you have admin privilege before creating any database. Once a database is created, you can check it in the list of databases with the following SQL command: </a:t>
            </a:r>
            <a:r>
              <a:rPr lang="en-US" sz="2400" b="1" dirty="0">
                <a:latin typeface="Arial" panose="020B0604020202020204" pitchFamily="34" charset="0"/>
                <a:cs typeface="Arial" panose="020B0604020202020204" pitchFamily="34" charset="0"/>
              </a:rPr>
              <a:t>SHOW</a:t>
            </a: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DATABASES;</a:t>
            </a:r>
          </a:p>
          <a:p>
            <a:pPr marL="0" indent="0">
              <a:buNone/>
            </a:pPr>
            <a:endParaRPr lang="en-US" dirty="0"/>
          </a:p>
        </p:txBody>
      </p:sp>
    </p:spTree>
    <p:extLst>
      <p:ext uri="{BB962C8B-B14F-4D97-AF65-F5344CB8AC3E}">
        <p14:creationId xmlns:p14="http://schemas.microsoft.com/office/powerpoint/2010/main" val="4140504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450F-511E-7038-1155-7A81DF4FCDA3}"/>
              </a:ext>
            </a:extLst>
          </p:cNvPr>
          <p:cNvSpPr>
            <a:spLocks noGrp="1"/>
          </p:cNvSpPr>
          <p:nvPr>
            <p:ph type="title"/>
          </p:nvPr>
        </p:nvSpPr>
        <p:spPr>
          <a:xfrm>
            <a:off x="677334" y="609601"/>
            <a:ext cx="8596668" cy="776140"/>
          </a:xfrm>
        </p:spPr>
        <p:txBody>
          <a:bodyPr/>
          <a:lstStyle/>
          <a:p>
            <a:r>
              <a:rPr lang="en-US" b="1" dirty="0">
                <a:solidFill>
                  <a:schemeClr val="tx1"/>
                </a:solidFill>
                <a:latin typeface="Arial Black" panose="020B0A04020102020204" pitchFamily="34" charset="0"/>
              </a:rPr>
              <a:t>SQL DROP DATABASE</a:t>
            </a:r>
          </a:p>
        </p:txBody>
      </p:sp>
      <p:sp>
        <p:nvSpPr>
          <p:cNvPr id="3" name="Content Placeholder 2">
            <a:extLst>
              <a:ext uri="{FF2B5EF4-FFF2-40B4-BE49-F238E27FC236}">
                <a16:creationId xmlns:a16="http://schemas.microsoft.com/office/drawing/2014/main" id="{E53D0054-E5A1-448C-E073-191CD02A2971}"/>
              </a:ext>
            </a:extLst>
          </p:cNvPr>
          <p:cNvSpPr>
            <a:spLocks noGrp="1"/>
          </p:cNvSpPr>
          <p:nvPr>
            <p:ph idx="1"/>
          </p:nvPr>
        </p:nvSpPr>
        <p:spPr>
          <a:xfrm>
            <a:off x="677334" y="1630837"/>
            <a:ext cx="8596668" cy="4410525"/>
          </a:xfrm>
        </p:spPr>
        <p:txBody>
          <a:bodyPr>
            <a:noAutofit/>
          </a:bodyPr>
          <a:lstStyle/>
          <a:p>
            <a:pPr marL="0" indent="0">
              <a:buNone/>
            </a:pPr>
            <a:r>
              <a:rPr lang="en-US" sz="2400" dirty="0">
                <a:latin typeface="Arial" panose="020B0604020202020204" pitchFamily="34" charset="0"/>
                <a:cs typeface="Arial" panose="020B0604020202020204" pitchFamily="34" charset="0"/>
              </a:rPr>
              <a:t>The </a:t>
            </a:r>
            <a:r>
              <a:rPr lang="en-US" sz="2400" b="1" dirty="0">
                <a:latin typeface="Arial" panose="020B0604020202020204" pitchFamily="34" charset="0"/>
                <a:cs typeface="Arial" panose="020B0604020202020204" pitchFamily="34" charset="0"/>
              </a:rPr>
              <a:t>DROP STATEMENT </a:t>
            </a:r>
            <a:r>
              <a:rPr lang="en-US" sz="2400" dirty="0" err="1">
                <a:latin typeface="Arial" panose="020B0604020202020204" pitchFamily="34" charset="0"/>
                <a:cs typeface="Arial" panose="020B0604020202020204" pitchFamily="34" charset="0"/>
              </a:rPr>
              <a:t>statement</a:t>
            </a:r>
            <a:r>
              <a:rPr lang="en-US" sz="2400" dirty="0">
                <a:latin typeface="Arial" panose="020B0604020202020204" pitchFamily="34" charset="0"/>
                <a:cs typeface="Arial" panose="020B0604020202020204" pitchFamily="34" charset="0"/>
              </a:rPr>
              <a:t> is used to drop an existing SQL database.</a:t>
            </a:r>
          </a:p>
          <a:p>
            <a:pPr marL="0" indent="0">
              <a:buNone/>
            </a:pPr>
            <a:r>
              <a:rPr lang="en-US" sz="2000" b="1" dirty="0">
                <a:latin typeface="Arial" panose="020B0604020202020204" pitchFamily="34" charset="0"/>
                <a:cs typeface="Arial" panose="020B0604020202020204" pitchFamily="34" charset="0"/>
              </a:rPr>
              <a:t>Syntax:</a:t>
            </a:r>
          </a:p>
          <a:p>
            <a:pPr marL="0" indent="0">
              <a:buNone/>
            </a:pPr>
            <a:r>
              <a:rPr lang="en-US" sz="1600" i="1" dirty="0">
                <a:latin typeface="Arial" panose="020B0604020202020204" pitchFamily="34" charset="0"/>
                <a:cs typeface="Arial" panose="020B0604020202020204" pitchFamily="34" charset="0"/>
              </a:rPr>
              <a:t>DROP DATABASE </a:t>
            </a:r>
            <a:r>
              <a:rPr lang="en-US" sz="1600" i="1" dirty="0" err="1">
                <a:latin typeface="Arial" panose="020B0604020202020204" pitchFamily="34" charset="0"/>
                <a:cs typeface="Arial" panose="020B0604020202020204" pitchFamily="34" charset="0"/>
              </a:rPr>
              <a:t>databasename</a:t>
            </a:r>
            <a:r>
              <a:rPr lang="en-US" sz="1600" i="1" dirty="0">
                <a:latin typeface="Arial" panose="020B0604020202020204" pitchFamily="34" charset="0"/>
                <a:cs typeface="Arial" panose="020B0604020202020204" pitchFamily="34" charset="0"/>
              </a:rPr>
              <a:t>;</a:t>
            </a:r>
          </a:p>
          <a:p>
            <a:pPr marL="0" indent="0">
              <a:buNone/>
            </a:pPr>
            <a:r>
              <a:rPr lang="en-US" sz="2400" dirty="0">
                <a:latin typeface="Arial" panose="020B0604020202020204" pitchFamily="34" charset="0"/>
                <a:cs typeface="Arial" panose="020B0604020202020204" pitchFamily="34" charset="0"/>
              </a:rPr>
              <a:t>Tip: Be careful before dropping a database. Deleting a database will result in loss of complete information stored in the database!</a:t>
            </a:r>
          </a:p>
          <a:p>
            <a:pPr marL="0" indent="0">
              <a:buNone/>
            </a:pPr>
            <a:r>
              <a:rPr lang="en-US" sz="2400" dirty="0">
                <a:latin typeface="Arial" panose="020B0604020202020204" pitchFamily="34" charset="0"/>
                <a:cs typeface="Arial" panose="020B0604020202020204" pitchFamily="34" charset="0"/>
              </a:rPr>
              <a:t>Note: Make sure you have admin privilege before dropping any database. Once a database is dropped, you can check it in the list of databases with the following SQL command: </a:t>
            </a:r>
            <a:r>
              <a:rPr lang="en-US" sz="2400" b="1" dirty="0">
                <a:latin typeface="Arial" panose="020B0604020202020204" pitchFamily="34" charset="0"/>
                <a:cs typeface="Arial" panose="020B0604020202020204" pitchFamily="34" charset="0"/>
              </a:rPr>
              <a:t>SHOW TABLES;</a:t>
            </a:r>
          </a:p>
        </p:txBody>
      </p:sp>
    </p:spTree>
    <p:extLst>
      <p:ext uri="{BB962C8B-B14F-4D97-AF65-F5344CB8AC3E}">
        <p14:creationId xmlns:p14="http://schemas.microsoft.com/office/powerpoint/2010/main" val="2231222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ED1CF-8A7A-79A1-304E-511B69DD0750}"/>
              </a:ext>
            </a:extLst>
          </p:cNvPr>
          <p:cNvSpPr>
            <a:spLocks noGrp="1"/>
          </p:cNvSpPr>
          <p:nvPr>
            <p:ph type="title"/>
          </p:nvPr>
        </p:nvSpPr>
        <p:spPr>
          <a:xfrm>
            <a:off x="677334" y="358219"/>
            <a:ext cx="8596668" cy="772998"/>
          </a:xfrm>
        </p:spPr>
        <p:txBody>
          <a:bodyPr/>
          <a:lstStyle/>
          <a:p>
            <a:r>
              <a:rPr lang="en-US" b="1" dirty="0">
                <a:solidFill>
                  <a:schemeClr val="tx1"/>
                </a:solidFill>
                <a:latin typeface="Arial Black" panose="020B0A04020102020204" pitchFamily="34" charset="0"/>
              </a:rPr>
              <a:t>     SQL BACKUP DATABASE</a:t>
            </a:r>
          </a:p>
        </p:txBody>
      </p:sp>
      <p:sp>
        <p:nvSpPr>
          <p:cNvPr id="3" name="Content Placeholder 2">
            <a:extLst>
              <a:ext uri="{FF2B5EF4-FFF2-40B4-BE49-F238E27FC236}">
                <a16:creationId xmlns:a16="http://schemas.microsoft.com/office/drawing/2014/main" id="{A1E118AB-C02A-C0A2-A0BD-7DB4AEF21C81}"/>
              </a:ext>
            </a:extLst>
          </p:cNvPr>
          <p:cNvSpPr>
            <a:spLocks noGrp="1"/>
          </p:cNvSpPr>
          <p:nvPr>
            <p:ph idx="1"/>
          </p:nvPr>
        </p:nvSpPr>
        <p:spPr>
          <a:xfrm>
            <a:off x="677333" y="1131217"/>
            <a:ext cx="9484761" cy="4910146"/>
          </a:xfrm>
        </p:spPr>
        <p:txBody>
          <a:bodyPr>
            <a:normAutofit/>
          </a:bodyPr>
          <a:lstStyle/>
          <a:p>
            <a:pPr marL="0" indent="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BACKUP DATABASE </a:t>
            </a:r>
            <a:r>
              <a:rPr lang="en-US" dirty="0">
                <a:latin typeface="Arial" panose="020B0604020202020204" pitchFamily="34" charset="0"/>
                <a:cs typeface="Arial" panose="020B0604020202020204" pitchFamily="34" charset="0"/>
              </a:rPr>
              <a:t>statement is used in SQL Server to create a full back up of an existing SQL database.</a:t>
            </a:r>
          </a:p>
          <a:p>
            <a:pPr marL="0" indent="0">
              <a:buNone/>
            </a:pPr>
            <a:r>
              <a:rPr lang="en-US" sz="1600" b="1"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BACKUP DATABASE </a:t>
            </a:r>
            <a:r>
              <a:rPr lang="en-US" sz="1400" i="1" dirty="0" err="1">
                <a:latin typeface="Arial" panose="020B0604020202020204" pitchFamily="34" charset="0"/>
                <a:cs typeface="Arial" panose="020B0604020202020204" pitchFamily="34" charset="0"/>
              </a:rPr>
              <a:t>databasename</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TO DISK = '</a:t>
            </a:r>
            <a:r>
              <a:rPr lang="en-US" sz="1400" i="1" dirty="0" err="1">
                <a:latin typeface="Arial" panose="020B0604020202020204" pitchFamily="34" charset="0"/>
                <a:cs typeface="Arial" panose="020B0604020202020204" pitchFamily="34" charset="0"/>
              </a:rPr>
              <a:t>filepath</a:t>
            </a:r>
            <a:r>
              <a:rPr lang="en-US" sz="1400" i="1" dirty="0">
                <a:latin typeface="Arial" panose="020B0604020202020204" pitchFamily="34" charset="0"/>
                <a:cs typeface="Arial" panose="020B0604020202020204" pitchFamily="34" charset="0"/>
              </a:rPr>
              <a:t>’;</a:t>
            </a:r>
          </a:p>
          <a:p>
            <a:pPr marL="0" indent="0">
              <a:buNone/>
            </a:pPr>
            <a:r>
              <a:rPr lang="en-US" b="1" dirty="0">
                <a:latin typeface="Arial" panose="020B0604020202020204" pitchFamily="34" charset="0"/>
                <a:cs typeface="Arial" panose="020B0604020202020204" pitchFamily="34" charset="0"/>
              </a:rPr>
              <a:t>The SQL BACKUP WITH DIFFERENTIAL Statement</a:t>
            </a:r>
          </a:p>
          <a:p>
            <a:pPr marL="0" indent="0">
              <a:buNone/>
            </a:pPr>
            <a:r>
              <a:rPr lang="en-US" dirty="0">
                <a:latin typeface="Arial" panose="020B0604020202020204" pitchFamily="34" charset="0"/>
                <a:cs typeface="Arial" panose="020B0604020202020204" pitchFamily="34" charset="0"/>
              </a:rPr>
              <a:t>A differential back up only backs up the parts of the database that have changed since the last full database backup.  A differential back up reduces the back up time (since only the changes are backed up).</a:t>
            </a:r>
          </a:p>
          <a:p>
            <a:pPr marL="0" indent="0">
              <a:buNone/>
            </a:pPr>
            <a:r>
              <a:rPr lang="en-US" sz="1600" b="1"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BACKUP DATABASE </a:t>
            </a:r>
            <a:r>
              <a:rPr lang="en-US" sz="1400" i="1" dirty="0" err="1">
                <a:latin typeface="Arial" panose="020B0604020202020204" pitchFamily="34" charset="0"/>
                <a:cs typeface="Arial" panose="020B0604020202020204" pitchFamily="34" charset="0"/>
              </a:rPr>
              <a:t>databasename</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TO DISK = '</a:t>
            </a:r>
            <a:r>
              <a:rPr lang="en-US" sz="1400" i="1" dirty="0" err="1">
                <a:latin typeface="Arial" panose="020B0604020202020204" pitchFamily="34" charset="0"/>
                <a:cs typeface="Arial" panose="020B0604020202020204" pitchFamily="34" charset="0"/>
              </a:rPr>
              <a:t>filepath</a:t>
            </a:r>
            <a:r>
              <a:rPr lang="en-US" sz="1400" i="1" dirty="0">
                <a:latin typeface="Arial" panose="020B0604020202020204" pitchFamily="34" charset="0"/>
                <a:cs typeface="Arial" panose="020B0604020202020204" pitchFamily="34" charset="0"/>
              </a:rPr>
              <a:t>'</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WITH DIFFERENTIAL;</a:t>
            </a:r>
          </a:p>
          <a:p>
            <a:pPr marL="0" indent="0">
              <a:buNone/>
            </a:pPr>
            <a:r>
              <a:rPr lang="en-US" b="1" dirty="0">
                <a:latin typeface="Arial" panose="020B0604020202020204" pitchFamily="34" charset="0"/>
                <a:cs typeface="Arial" panose="020B0604020202020204" pitchFamily="34" charset="0"/>
              </a:rPr>
              <a:t>Tip:</a:t>
            </a:r>
            <a:r>
              <a:rPr lang="en-US" dirty="0">
                <a:latin typeface="Arial" panose="020B0604020202020204" pitchFamily="34" charset="0"/>
                <a:cs typeface="Arial" panose="020B0604020202020204" pitchFamily="34" charset="0"/>
              </a:rPr>
              <a:t> Always back up the database to a different drive than the actual database. Then, if you get a disk crash, you will not lose your backup file along with the database.</a:t>
            </a:r>
          </a:p>
          <a:p>
            <a:pPr marL="0" indent="0">
              <a:buNone/>
            </a:pPr>
            <a:endParaRPr lang="en-US" dirty="0"/>
          </a:p>
        </p:txBody>
      </p:sp>
    </p:spTree>
    <p:extLst>
      <p:ext uri="{BB962C8B-B14F-4D97-AF65-F5344CB8AC3E}">
        <p14:creationId xmlns:p14="http://schemas.microsoft.com/office/powerpoint/2010/main" val="3731089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7F4C7-0136-AE5F-B949-84D807D97F7C}"/>
              </a:ext>
            </a:extLst>
          </p:cNvPr>
          <p:cNvSpPr>
            <a:spLocks noGrp="1"/>
          </p:cNvSpPr>
          <p:nvPr>
            <p:ph type="title"/>
          </p:nvPr>
        </p:nvSpPr>
        <p:spPr>
          <a:xfrm>
            <a:off x="677334" y="452487"/>
            <a:ext cx="8596668" cy="886119"/>
          </a:xfrm>
        </p:spPr>
        <p:txBody>
          <a:bodyPr/>
          <a:lstStyle/>
          <a:p>
            <a:r>
              <a:rPr lang="en-US" dirty="0">
                <a:solidFill>
                  <a:schemeClr val="tx1"/>
                </a:solidFill>
                <a:latin typeface="Arial Black" panose="020B0A04020102020204" pitchFamily="34" charset="0"/>
              </a:rPr>
              <a:t>      SQL CREATE TABLE</a:t>
            </a:r>
          </a:p>
        </p:txBody>
      </p:sp>
      <p:sp>
        <p:nvSpPr>
          <p:cNvPr id="3" name="Content Placeholder 2">
            <a:extLst>
              <a:ext uri="{FF2B5EF4-FFF2-40B4-BE49-F238E27FC236}">
                <a16:creationId xmlns:a16="http://schemas.microsoft.com/office/drawing/2014/main" id="{041D9BF6-BBFC-ECB9-614D-1AFED34E762D}"/>
              </a:ext>
            </a:extLst>
          </p:cNvPr>
          <p:cNvSpPr>
            <a:spLocks noGrp="1"/>
          </p:cNvSpPr>
          <p:nvPr>
            <p:ph idx="1"/>
          </p:nvPr>
        </p:nvSpPr>
        <p:spPr>
          <a:xfrm>
            <a:off x="677334" y="1338606"/>
            <a:ext cx="9993808" cy="4702756"/>
          </a:xfrm>
        </p:spPr>
        <p:txBody>
          <a:bodyPr>
            <a:normAutofit/>
          </a:bodyPr>
          <a:lstStyle/>
          <a:p>
            <a:pPr marL="0" indent="0">
              <a:buNone/>
            </a:pPr>
            <a:r>
              <a:rPr lang="en-US" dirty="0">
                <a:latin typeface="Arial" panose="020B0604020202020204" pitchFamily="34" charset="0"/>
                <a:cs typeface="Arial" panose="020B0604020202020204" pitchFamily="34" charset="0"/>
              </a:rPr>
              <a:t>The SQL </a:t>
            </a:r>
            <a:r>
              <a:rPr lang="en-US" b="1" dirty="0">
                <a:latin typeface="Arial" panose="020B0604020202020204" pitchFamily="34" charset="0"/>
                <a:cs typeface="Arial" panose="020B0604020202020204" pitchFamily="34" charset="0"/>
              </a:rPr>
              <a:t>CREATE TABLE </a:t>
            </a:r>
            <a:r>
              <a:rPr lang="en-US" dirty="0">
                <a:latin typeface="Arial" panose="020B0604020202020204" pitchFamily="34" charset="0"/>
                <a:cs typeface="Arial" panose="020B0604020202020204" pitchFamily="34" charset="0"/>
              </a:rPr>
              <a:t>statement is used to create a new table in a database.</a:t>
            </a:r>
          </a:p>
          <a:p>
            <a:pPr marL="0" indent="0">
              <a:buNone/>
            </a:pPr>
            <a:r>
              <a:rPr lang="en-US" sz="1700" b="1" dirty="0">
                <a:latin typeface="Arial" panose="020B0604020202020204" pitchFamily="34" charset="0"/>
                <a:cs typeface="Arial" panose="020B0604020202020204" pitchFamily="34" charset="0"/>
              </a:rPr>
              <a:t>Syntax:</a:t>
            </a:r>
          </a:p>
          <a:p>
            <a:pPr marL="0" indent="0">
              <a:buNone/>
            </a:pPr>
            <a:r>
              <a:rPr lang="en-US" sz="1500" i="1" dirty="0">
                <a:latin typeface="Arial" panose="020B0604020202020204" pitchFamily="34" charset="0"/>
                <a:cs typeface="Arial" panose="020B0604020202020204" pitchFamily="34" charset="0"/>
              </a:rPr>
              <a:t>CREATE TABLE </a:t>
            </a:r>
            <a:r>
              <a:rPr lang="en-US" sz="1500" i="1" dirty="0" err="1">
                <a:latin typeface="Arial" panose="020B0604020202020204" pitchFamily="34" charset="0"/>
                <a:cs typeface="Arial" panose="020B0604020202020204" pitchFamily="34" charset="0"/>
              </a:rPr>
              <a:t>table_name</a:t>
            </a:r>
            <a:r>
              <a:rPr lang="en-US" sz="1500" i="1" dirty="0">
                <a:latin typeface="Arial" panose="020B0604020202020204" pitchFamily="34" charset="0"/>
                <a:cs typeface="Arial" panose="020B0604020202020204" pitchFamily="34" charset="0"/>
              </a:rPr>
              <a:t> (</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column1 datatype,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column2 datatype,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column3 datatype,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   ....</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The column parameters specify the names of the columns of the table.</a:t>
            </a:r>
          </a:p>
          <a:p>
            <a:pPr marL="0" indent="0">
              <a:buNone/>
            </a:pPr>
            <a:r>
              <a:rPr lang="en-US" dirty="0">
                <a:latin typeface="Arial" panose="020B0604020202020204" pitchFamily="34" charset="0"/>
                <a:cs typeface="Arial" panose="020B0604020202020204" pitchFamily="34" charset="0"/>
              </a:rPr>
              <a:t>The datatype parameter specifies the type of data the column can hold (e.g. varchar, integer, date, etc.).</a:t>
            </a:r>
          </a:p>
          <a:p>
            <a:pPr marL="0" indent="0">
              <a:buNone/>
            </a:pPr>
            <a:r>
              <a:rPr lang="en-US" dirty="0">
                <a:latin typeface="Arial" panose="020B0604020202020204" pitchFamily="34" charset="0"/>
                <a:cs typeface="Arial" panose="020B0604020202020204" pitchFamily="34" charset="0"/>
              </a:rPr>
              <a:t>A copy of an existing table can also be created using </a:t>
            </a:r>
            <a:r>
              <a:rPr lang="en-US" b="1" dirty="0">
                <a:latin typeface="Arial" panose="020B0604020202020204" pitchFamily="34" charset="0"/>
                <a:cs typeface="Arial" panose="020B0604020202020204" pitchFamily="34" charset="0"/>
              </a:rPr>
              <a:t>CREATE TABLE.</a:t>
            </a:r>
          </a:p>
          <a:p>
            <a:pPr marL="0" indent="0">
              <a:buNone/>
            </a:pPr>
            <a:r>
              <a:rPr lang="en-US" dirty="0">
                <a:latin typeface="Arial" panose="020B0604020202020204" pitchFamily="34" charset="0"/>
                <a:cs typeface="Arial" panose="020B0604020202020204" pitchFamily="34" charset="0"/>
              </a:rPr>
              <a:t>The new table gets the same column definitions. All columns or specific columns can be selected. If you create a new table using an existing table, the new table will be filled with the existing values from the old table.</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853515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FDE22-139F-1EA5-2765-B2391C562A0D}"/>
              </a:ext>
            </a:extLst>
          </p:cNvPr>
          <p:cNvSpPr>
            <a:spLocks noGrp="1"/>
          </p:cNvSpPr>
          <p:nvPr>
            <p:ph type="title"/>
          </p:nvPr>
        </p:nvSpPr>
        <p:spPr>
          <a:xfrm>
            <a:off x="677334" y="292232"/>
            <a:ext cx="8596668" cy="895546"/>
          </a:xfrm>
        </p:spPr>
        <p:txBody>
          <a:bodyPr/>
          <a:lstStyle/>
          <a:p>
            <a:r>
              <a:rPr lang="en-US" b="1" dirty="0">
                <a:solidFill>
                  <a:schemeClr val="tx1"/>
                </a:solidFill>
                <a:latin typeface="Arial Black" panose="020B0A04020102020204" pitchFamily="34" charset="0"/>
              </a:rPr>
              <a:t>SQL DROP TABLE </a:t>
            </a:r>
          </a:p>
        </p:txBody>
      </p:sp>
      <p:sp>
        <p:nvSpPr>
          <p:cNvPr id="3" name="Content Placeholder 2">
            <a:extLst>
              <a:ext uri="{FF2B5EF4-FFF2-40B4-BE49-F238E27FC236}">
                <a16:creationId xmlns:a16="http://schemas.microsoft.com/office/drawing/2014/main" id="{86D36207-9A75-A030-A55C-F9E85EBFC343}"/>
              </a:ext>
            </a:extLst>
          </p:cNvPr>
          <p:cNvSpPr>
            <a:spLocks noGrp="1"/>
          </p:cNvSpPr>
          <p:nvPr>
            <p:ph idx="1"/>
          </p:nvPr>
        </p:nvSpPr>
        <p:spPr>
          <a:xfrm>
            <a:off x="677334" y="1329181"/>
            <a:ext cx="8596668" cy="4712182"/>
          </a:xfrm>
        </p:spPr>
        <p:txBody>
          <a:bodyPr>
            <a:normAutofit/>
          </a:bodyPr>
          <a:lstStyle/>
          <a:p>
            <a:pPr marL="0" indent="0">
              <a:buNone/>
            </a:pPr>
            <a:r>
              <a:rPr lang="en-US" sz="2000" dirty="0">
                <a:latin typeface="Arial" panose="020B0604020202020204" pitchFamily="34" charset="0"/>
                <a:cs typeface="Arial" panose="020B0604020202020204" pitchFamily="34" charset="0"/>
              </a:rPr>
              <a:t>The DROP TABLE statement is used to drop an existing table in a database.</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dirty="0">
                <a:latin typeface="Arial" panose="020B0604020202020204" pitchFamily="34" charset="0"/>
                <a:cs typeface="Arial" panose="020B0604020202020204" pitchFamily="34" charset="0"/>
              </a:rPr>
              <a:t>DROP TABLE </a:t>
            </a:r>
            <a:r>
              <a:rPr lang="en-US" sz="1600" i="1" dirty="0" err="1">
                <a:latin typeface="Arial" panose="020B0604020202020204" pitchFamily="34" charset="0"/>
                <a:cs typeface="Arial" panose="020B0604020202020204" pitchFamily="34" charset="0"/>
              </a:rPr>
              <a:t>table_name</a:t>
            </a:r>
            <a:r>
              <a:rPr lang="en-US" sz="1600" dirty="0">
                <a:latin typeface="Arial" panose="020B0604020202020204" pitchFamily="34" charset="0"/>
                <a:cs typeface="Arial" panose="020B0604020202020204" pitchFamily="34" charset="0"/>
              </a:rPr>
              <a:t>;</a:t>
            </a:r>
          </a:p>
          <a:p>
            <a:pPr marL="0" indent="0">
              <a:buNone/>
            </a:pPr>
            <a:r>
              <a:rPr lang="en-US" sz="2000" b="1" dirty="0">
                <a:latin typeface="Arial" panose="020B0604020202020204" pitchFamily="34" charset="0"/>
                <a:cs typeface="Arial" panose="020B0604020202020204" pitchFamily="34" charset="0"/>
              </a:rPr>
              <a:t>Note:</a:t>
            </a:r>
            <a:r>
              <a:rPr lang="en-US" sz="2000" dirty="0">
                <a:latin typeface="Arial" panose="020B0604020202020204" pitchFamily="34" charset="0"/>
                <a:cs typeface="Arial" panose="020B0604020202020204" pitchFamily="34" charset="0"/>
              </a:rPr>
              <a:t> Be careful before dropping a table. Deleting a table will result in loss of complete information stored in the table.</a:t>
            </a:r>
          </a:p>
          <a:p>
            <a:pPr marL="0" indent="0">
              <a:buNone/>
            </a:pPr>
            <a:r>
              <a:rPr lang="en-US" sz="2000" b="1" dirty="0">
                <a:latin typeface="Arial" panose="020B0604020202020204" pitchFamily="34" charset="0"/>
                <a:cs typeface="Arial" panose="020B0604020202020204" pitchFamily="34" charset="0"/>
              </a:rPr>
              <a:t>SQL TRUNCATE TABLE</a:t>
            </a:r>
          </a:p>
          <a:p>
            <a:pPr marL="0" indent="0">
              <a:buNone/>
            </a:pPr>
            <a:r>
              <a:rPr lang="en-US" sz="2000" dirty="0">
                <a:latin typeface="Arial" panose="020B0604020202020204" pitchFamily="34" charset="0"/>
                <a:cs typeface="Arial" panose="020B0604020202020204" pitchFamily="34" charset="0"/>
              </a:rPr>
              <a:t>SQL </a:t>
            </a:r>
            <a:r>
              <a:rPr lang="en-US" sz="2000" b="1" dirty="0">
                <a:latin typeface="Arial" panose="020B0604020202020204" pitchFamily="34" charset="0"/>
                <a:cs typeface="Arial" panose="020B0604020202020204" pitchFamily="34" charset="0"/>
              </a:rPr>
              <a:t>TRUNCATE TABLE </a:t>
            </a:r>
            <a:r>
              <a:rPr lang="en-US" sz="2000" dirty="0">
                <a:latin typeface="Arial" panose="020B0604020202020204" pitchFamily="34" charset="0"/>
                <a:cs typeface="Arial" panose="020B0604020202020204" pitchFamily="34" charset="0"/>
              </a:rPr>
              <a:t>statement is used to delete the data inside a table, but not the table itself.</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600" dirty="0">
                <a:latin typeface="Arial" panose="020B0604020202020204" pitchFamily="34" charset="0"/>
                <a:cs typeface="Arial" panose="020B0604020202020204" pitchFamily="34" charset="0"/>
              </a:rPr>
              <a:t>TRUNCATE TABLE </a:t>
            </a:r>
            <a:r>
              <a:rPr lang="en-US" sz="1600" i="1" dirty="0" err="1">
                <a:latin typeface="Arial" panose="020B0604020202020204" pitchFamily="34" charset="0"/>
                <a:cs typeface="Arial" panose="020B0604020202020204" pitchFamily="34" charset="0"/>
              </a:rPr>
              <a:t>table_name</a:t>
            </a:r>
            <a:r>
              <a:rPr lang="en-US" sz="1600" dirty="0">
                <a:latin typeface="Arial" panose="020B0604020202020204" pitchFamily="34" charset="0"/>
                <a:cs typeface="Arial" panose="020B0604020202020204" pitchFamily="34" charset="0"/>
              </a:rPr>
              <a:t>;</a:t>
            </a:r>
            <a:endParaRPr lang="en-US" sz="1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0640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72EE-74B6-DBC0-FC8A-A075EBA89407}"/>
              </a:ext>
            </a:extLst>
          </p:cNvPr>
          <p:cNvSpPr>
            <a:spLocks noGrp="1"/>
          </p:cNvSpPr>
          <p:nvPr>
            <p:ph type="title"/>
          </p:nvPr>
        </p:nvSpPr>
        <p:spPr>
          <a:xfrm>
            <a:off x="677334" y="397144"/>
            <a:ext cx="8596668" cy="620951"/>
          </a:xfrm>
        </p:spPr>
        <p:txBody>
          <a:bodyPr>
            <a:normAutofit fontScale="90000"/>
          </a:bodyPr>
          <a:lstStyle/>
          <a:p>
            <a:r>
              <a:rPr lang="en-US" dirty="0"/>
              <a:t>SQL ALTER TABLE</a:t>
            </a:r>
          </a:p>
        </p:txBody>
      </p:sp>
      <p:sp>
        <p:nvSpPr>
          <p:cNvPr id="3" name="Content Placeholder 2">
            <a:extLst>
              <a:ext uri="{FF2B5EF4-FFF2-40B4-BE49-F238E27FC236}">
                <a16:creationId xmlns:a16="http://schemas.microsoft.com/office/drawing/2014/main" id="{CFF24793-CA84-8A3E-BC4A-E841FFC06AC1}"/>
              </a:ext>
            </a:extLst>
          </p:cNvPr>
          <p:cNvSpPr>
            <a:spLocks noGrp="1"/>
          </p:cNvSpPr>
          <p:nvPr>
            <p:ph idx="1"/>
          </p:nvPr>
        </p:nvSpPr>
        <p:spPr>
          <a:xfrm>
            <a:off x="677334" y="1077012"/>
            <a:ext cx="9607310" cy="5097545"/>
          </a:xfrm>
        </p:spPr>
        <p:txBody>
          <a:bodyPr>
            <a:normAutofit/>
          </a:bodyPr>
          <a:lstStyle/>
          <a:p>
            <a:pPr marL="0" indent="0">
              <a:buNone/>
            </a:pPr>
            <a:r>
              <a:rPr lang="en-US" dirty="0">
                <a:latin typeface="Arial" panose="020B0604020202020204" pitchFamily="34" charset="0"/>
                <a:cs typeface="Arial" panose="020B0604020202020204" pitchFamily="34" charset="0"/>
              </a:rPr>
              <a:t>The SQL </a:t>
            </a:r>
            <a:r>
              <a:rPr lang="en-US" b="1" dirty="0">
                <a:latin typeface="Arial" panose="020B0604020202020204" pitchFamily="34" charset="0"/>
                <a:cs typeface="Arial" panose="020B0604020202020204" pitchFamily="34" charset="0"/>
              </a:rPr>
              <a:t>ALTER TABLE </a:t>
            </a:r>
            <a:r>
              <a:rPr lang="en-US" dirty="0">
                <a:latin typeface="Arial" panose="020B0604020202020204" pitchFamily="34" charset="0"/>
                <a:cs typeface="Arial" panose="020B0604020202020204" pitchFamily="34" charset="0"/>
              </a:rPr>
              <a:t>statement is used to add, delete, or modify columns in an existing table. It is also used to add and drop various constraints on an existing table.</a:t>
            </a:r>
          </a:p>
          <a:p>
            <a:pPr marL="0" indent="0">
              <a:buNone/>
            </a:pPr>
            <a:r>
              <a:rPr lang="en-US" dirty="0">
                <a:latin typeface="Arial" panose="020B0604020202020204" pitchFamily="34" charset="0"/>
                <a:cs typeface="Arial" panose="020B0604020202020204" pitchFamily="34" charset="0"/>
              </a:rPr>
              <a:t>To add a column in a table, use the following syntax:</a:t>
            </a:r>
          </a:p>
          <a:p>
            <a:pPr marL="0" indent="0">
              <a:buNone/>
            </a:pPr>
            <a:r>
              <a:rPr lang="en-US" sz="1500" i="1" dirty="0">
                <a:latin typeface="Arial" panose="020B0604020202020204" pitchFamily="34" charset="0"/>
                <a:cs typeface="Arial" panose="020B0604020202020204" pitchFamily="34" charset="0"/>
              </a:rPr>
              <a:t>ALTER TABLE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ADD </a:t>
            </a:r>
            <a:r>
              <a:rPr lang="en-US" sz="1500" i="1" dirty="0" err="1">
                <a:latin typeface="Arial" panose="020B0604020202020204" pitchFamily="34" charset="0"/>
                <a:cs typeface="Arial" panose="020B0604020202020204" pitchFamily="34" charset="0"/>
              </a:rPr>
              <a:t>column_name</a:t>
            </a:r>
            <a:r>
              <a:rPr lang="en-US" sz="1500" i="1" dirty="0">
                <a:latin typeface="Arial" panose="020B0604020202020204" pitchFamily="34" charset="0"/>
                <a:cs typeface="Arial" panose="020B0604020202020204" pitchFamily="34" charset="0"/>
              </a:rPr>
              <a:t> datatype;</a:t>
            </a:r>
          </a:p>
          <a:p>
            <a:pPr marL="0" indent="0">
              <a:buNone/>
            </a:pPr>
            <a:r>
              <a:rPr lang="en-US" dirty="0">
                <a:latin typeface="Arial" panose="020B0604020202020204" pitchFamily="34" charset="0"/>
                <a:cs typeface="Arial" panose="020B0604020202020204" pitchFamily="34" charset="0"/>
              </a:rPr>
              <a:t>To delete a column in a table, use the following syntax (notice that some database systems don't allow deleting a column):</a:t>
            </a:r>
          </a:p>
          <a:p>
            <a:pPr marL="0" indent="0">
              <a:buNone/>
            </a:pPr>
            <a:r>
              <a:rPr lang="en-US" sz="1500" i="1" dirty="0">
                <a:latin typeface="Arial" panose="020B0604020202020204" pitchFamily="34" charset="0"/>
                <a:cs typeface="Arial" panose="020B0604020202020204" pitchFamily="34" charset="0"/>
              </a:rPr>
              <a:t>ALTER TABLE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DROP COLUMN </a:t>
            </a:r>
            <a:r>
              <a:rPr lang="en-US" sz="1500" i="1" dirty="0" err="1">
                <a:latin typeface="Arial" panose="020B0604020202020204" pitchFamily="34" charset="0"/>
                <a:cs typeface="Arial" panose="020B0604020202020204" pitchFamily="34" charset="0"/>
              </a:rPr>
              <a:t>column_name</a:t>
            </a:r>
            <a:r>
              <a:rPr lang="en-US" sz="1500" i="1"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To rename a column in a table, use the following syntax:</a:t>
            </a:r>
          </a:p>
          <a:p>
            <a:pPr marL="0" indent="0">
              <a:buNone/>
            </a:pPr>
            <a:r>
              <a:rPr lang="en-US" sz="1500" i="1" dirty="0">
                <a:latin typeface="Arial" panose="020B0604020202020204" pitchFamily="34" charset="0"/>
                <a:cs typeface="Arial" panose="020B0604020202020204" pitchFamily="34" charset="0"/>
              </a:rPr>
              <a:t>ALTER TABLE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RENAME COLUMN </a:t>
            </a:r>
            <a:r>
              <a:rPr lang="en-US" sz="1500" i="1" dirty="0" err="1">
                <a:latin typeface="Arial" panose="020B0604020202020204" pitchFamily="34" charset="0"/>
                <a:cs typeface="Arial" panose="020B0604020202020204" pitchFamily="34" charset="0"/>
              </a:rPr>
              <a:t>old_name</a:t>
            </a:r>
            <a:r>
              <a:rPr lang="en-US" sz="1500" i="1" dirty="0">
                <a:latin typeface="Arial" panose="020B0604020202020204" pitchFamily="34" charset="0"/>
                <a:cs typeface="Arial" panose="020B0604020202020204" pitchFamily="34" charset="0"/>
              </a:rPr>
              <a:t> to </a:t>
            </a:r>
            <a:r>
              <a:rPr lang="en-US" sz="1500" i="1" dirty="0" err="1">
                <a:latin typeface="Arial" panose="020B0604020202020204" pitchFamily="34" charset="0"/>
                <a:cs typeface="Arial" panose="020B0604020202020204" pitchFamily="34" charset="0"/>
              </a:rPr>
              <a:t>new_name</a:t>
            </a:r>
            <a:r>
              <a:rPr lang="en-US" sz="1500" i="1" dirty="0">
                <a:latin typeface="Arial" panose="020B0604020202020204" pitchFamily="34" charset="0"/>
                <a:cs typeface="Arial" panose="020B0604020202020204" pitchFamily="34" charset="0"/>
              </a:rPr>
              <a:t>;</a:t>
            </a:r>
          </a:p>
          <a:p>
            <a:pPr marL="0" indent="0">
              <a:buNone/>
            </a:pPr>
            <a:r>
              <a:rPr lang="en-US" dirty="0">
                <a:latin typeface="Arial" panose="020B0604020202020204" pitchFamily="34" charset="0"/>
                <a:cs typeface="Arial" panose="020B0604020202020204" pitchFamily="34" charset="0"/>
              </a:rPr>
              <a:t>To change the data type of a column in a table, use the following syntax:</a:t>
            </a:r>
          </a:p>
          <a:p>
            <a:pPr marL="0" indent="0">
              <a:buNone/>
            </a:pPr>
            <a:r>
              <a:rPr lang="en-US" sz="1500" i="1" dirty="0">
                <a:latin typeface="Arial" panose="020B0604020202020204" pitchFamily="34" charset="0"/>
                <a:cs typeface="Arial" panose="020B0604020202020204" pitchFamily="34" charset="0"/>
              </a:rPr>
              <a:t>ALTER TABLE </a:t>
            </a:r>
            <a:r>
              <a:rPr lang="en-US" sz="1500" i="1" dirty="0" err="1">
                <a:latin typeface="Arial" panose="020B0604020202020204" pitchFamily="34" charset="0"/>
                <a:cs typeface="Arial" panose="020B0604020202020204" pitchFamily="34" charset="0"/>
              </a:rPr>
              <a:t>table_name</a:t>
            </a:r>
            <a:br>
              <a:rPr lang="en-US" sz="1500" i="1" dirty="0">
                <a:latin typeface="Arial" panose="020B0604020202020204" pitchFamily="34" charset="0"/>
                <a:cs typeface="Arial" panose="020B0604020202020204" pitchFamily="34" charset="0"/>
              </a:rPr>
            </a:br>
            <a:r>
              <a:rPr lang="en-US" sz="1500" i="1" dirty="0">
                <a:latin typeface="Arial" panose="020B0604020202020204" pitchFamily="34" charset="0"/>
                <a:cs typeface="Arial" panose="020B0604020202020204" pitchFamily="34" charset="0"/>
              </a:rPr>
              <a:t>MODIFY COLUMN </a:t>
            </a:r>
            <a:r>
              <a:rPr lang="en-US" sz="1500" i="1" dirty="0" err="1">
                <a:latin typeface="Arial" panose="020B0604020202020204" pitchFamily="34" charset="0"/>
                <a:cs typeface="Arial" panose="020B0604020202020204" pitchFamily="34" charset="0"/>
              </a:rPr>
              <a:t>column_name</a:t>
            </a:r>
            <a:r>
              <a:rPr lang="en-US" sz="1500" i="1" dirty="0">
                <a:latin typeface="Arial" panose="020B0604020202020204" pitchFamily="34" charset="0"/>
                <a:cs typeface="Arial" panose="020B0604020202020204" pitchFamily="34" charset="0"/>
              </a:rPr>
              <a:t> datatype;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06985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A65D-FE52-4A1C-7AC0-F11193EDCD7B}"/>
              </a:ext>
            </a:extLst>
          </p:cNvPr>
          <p:cNvSpPr>
            <a:spLocks noGrp="1"/>
          </p:cNvSpPr>
          <p:nvPr>
            <p:ph type="title"/>
          </p:nvPr>
        </p:nvSpPr>
        <p:spPr>
          <a:xfrm>
            <a:off x="677334" y="307943"/>
            <a:ext cx="8596668" cy="851554"/>
          </a:xfrm>
        </p:spPr>
        <p:txBody>
          <a:bodyPr/>
          <a:lstStyle/>
          <a:p>
            <a:r>
              <a:rPr lang="en-US" b="1" dirty="0">
                <a:solidFill>
                  <a:schemeClr val="tx1"/>
                </a:solidFill>
                <a:latin typeface="Arial Black" panose="020B0A04020102020204" pitchFamily="34" charset="0"/>
              </a:rPr>
              <a:t>SQL Constraints</a:t>
            </a:r>
          </a:p>
        </p:txBody>
      </p:sp>
      <p:sp>
        <p:nvSpPr>
          <p:cNvPr id="3" name="Content Placeholder 2">
            <a:extLst>
              <a:ext uri="{FF2B5EF4-FFF2-40B4-BE49-F238E27FC236}">
                <a16:creationId xmlns:a16="http://schemas.microsoft.com/office/drawing/2014/main" id="{8F1060B4-16B6-CD41-0C3A-16D9EA80B593}"/>
              </a:ext>
            </a:extLst>
          </p:cNvPr>
          <p:cNvSpPr>
            <a:spLocks noGrp="1"/>
          </p:cNvSpPr>
          <p:nvPr>
            <p:ph idx="1"/>
          </p:nvPr>
        </p:nvSpPr>
        <p:spPr>
          <a:xfrm>
            <a:off x="677334" y="1263193"/>
            <a:ext cx="10040942" cy="4778170"/>
          </a:xfrm>
        </p:spPr>
        <p:txBody>
          <a:bodyPr>
            <a:normAutofit fontScale="92500" lnSpcReduction="20000"/>
          </a:bodyPr>
          <a:lstStyle/>
          <a:p>
            <a:pPr marL="0" indent="0">
              <a:buNone/>
            </a:pPr>
            <a:r>
              <a:rPr lang="en-US" sz="2200" dirty="0">
                <a:latin typeface="Arial" panose="020B0604020202020204" pitchFamily="34" charset="0"/>
                <a:cs typeface="Arial" panose="020B0604020202020204" pitchFamily="34" charset="0"/>
              </a:rPr>
              <a:t>SQL constraints are used to specify rules for data in a table.</a:t>
            </a:r>
          </a:p>
          <a:p>
            <a:pPr marL="0" indent="0">
              <a:buNone/>
            </a:pPr>
            <a:r>
              <a:rPr lang="en-US" sz="2200" dirty="0">
                <a:latin typeface="Arial" panose="020B0604020202020204" pitchFamily="34" charset="0"/>
                <a:cs typeface="Arial" panose="020B0604020202020204" pitchFamily="34" charset="0"/>
              </a:rPr>
              <a:t>SQL Create constraints</a:t>
            </a:r>
          </a:p>
          <a:p>
            <a:pPr marL="0" indent="0">
              <a:buNone/>
            </a:pPr>
            <a:r>
              <a:rPr lang="en-US" sz="2200" dirty="0">
                <a:latin typeface="Arial" panose="020B0604020202020204" pitchFamily="34" charset="0"/>
                <a:cs typeface="Arial" panose="020B0604020202020204" pitchFamily="34" charset="0"/>
              </a:rPr>
              <a:t>Constraints can be specified when the table is created with the </a:t>
            </a:r>
            <a:r>
              <a:rPr lang="en-US" sz="2200" b="1" dirty="0">
                <a:latin typeface="Arial" panose="020B0604020202020204" pitchFamily="34" charset="0"/>
                <a:cs typeface="Arial" panose="020B0604020202020204" pitchFamily="34" charset="0"/>
              </a:rPr>
              <a:t>CREATE TABLE </a:t>
            </a:r>
            <a:r>
              <a:rPr lang="en-US" sz="2200" dirty="0">
                <a:latin typeface="Arial" panose="020B0604020202020204" pitchFamily="34" charset="0"/>
                <a:cs typeface="Arial" panose="020B0604020202020204" pitchFamily="34" charset="0"/>
              </a:rPr>
              <a:t>statement, or after the table is created with the </a:t>
            </a:r>
            <a:r>
              <a:rPr lang="en-US" sz="2200" b="1" dirty="0">
                <a:latin typeface="Arial" panose="020B0604020202020204" pitchFamily="34" charset="0"/>
                <a:cs typeface="Arial" panose="020B0604020202020204" pitchFamily="34" charset="0"/>
              </a:rPr>
              <a:t>ALTER TABLE</a:t>
            </a:r>
            <a:r>
              <a:rPr lang="en-US" sz="2200" dirty="0">
                <a:latin typeface="Arial" panose="020B0604020202020204" pitchFamily="34" charset="0"/>
                <a:cs typeface="Arial" panose="020B0604020202020204" pitchFamily="34" charset="0"/>
              </a:rPr>
              <a:t> statement.</a:t>
            </a:r>
          </a:p>
          <a:p>
            <a:pPr marL="0" indent="0">
              <a:buNone/>
            </a:pPr>
            <a:r>
              <a:rPr lang="en-US" sz="1900" b="1" dirty="0">
                <a:latin typeface="Arial" panose="020B0604020202020204" pitchFamily="34" charset="0"/>
                <a:cs typeface="Arial" panose="020B0604020202020204" pitchFamily="34" charset="0"/>
              </a:rPr>
              <a:t>Syntax:</a:t>
            </a:r>
          </a:p>
          <a:p>
            <a:pPr marL="0" indent="0">
              <a:buNone/>
            </a:pPr>
            <a:r>
              <a:rPr lang="en-US" sz="1700" i="1" dirty="0">
                <a:latin typeface="Arial" panose="020B0604020202020204" pitchFamily="34" charset="0"/>
                <a:cs typeface="Arial" panose="020B0604020202020204" pitchFamily="34" charset="0"/>
              </a:rPr>
              <a:t>CREATE TABLE </a:t>
            </a:r>
            <a:r>
              <a:rPr lang="en-US" sz="1700" i="1" dirty="0" err="1">
                <a:latin typeface="Arial" panose="020B0604020202020204" pitchFamily="34" charset="0"/>
                <a:cs typeface="Arial" panose="020B0604020202020204" pitchFamily="34" charset="0"/>
              </a:rPr>
              <a:t>table_name</a:t>
            </a:r>
            <a:r>
              <a:rPr lang="en-US" sz="1700" i="1" dirty="0">
                <a:latin typeface="Arial" panose="020B0604020202020204" pitchFamily="34" charset="0"/>
                <a:cs typeface="Arial" panose="020B0604020202020204" pitchFamily="34" charset="0"/>
              </a:rPr>
              <a:t> (</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    column1 datatype constraint,</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    column2 datatype constraint,</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    column3 datatype constraint,</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    ....</a:t>
            </a:r>
            <a:br>
              <a:rPr lang="en-US" sz="1700" i="1" dirty="0">
                <a:latin typeface="Arial" panose="020B0604020202020204" pitchFamily="34" charset="0"/>
                <a:cs typeface="Arial" panose="020B0604020202020204" pitchFamily="34" charset="0"/>
              </a:rPr>
            </a:br>
            <a:r>
              <a:rPr lang="en-US" sz="1700" i="1" dirty="0">
                <a:latin typeface="Arial" panose="020B0604020202020204" pitchFamily="34" charset="0"/>
                <a:cs typeface="Arial" panose="020B0604020202020204" pitchFamily="34" charset="0"/>
              </a:rPr>
              <a:t>);</a:t>
            </a:r>
          </a:p>
          <a:p>
            <a:pPr marL="0" indent="0">
              <a:buNone/>
            </a:pPr>
            <a:r>
              <a:rPr lang="en-US" sz="2200" dirty="0">
                <a:latin typeface="Arial" panose="020B0604020202020204" pitchFamily="34" charset="0"/>
                <a:cs typeface="Arial" panose="020B0604020202020204" pitchFamily="34" charset="0"/>
              </a:rPr>
              <a:t>Constraints are used to limit the type of data that can go into a table. This ensures the accuracy and reliability of the data in the table. If there is any violation between the constraint and the data action, the action is aborted.</a:t>
            </a:r>
          </a:p>
          <a:p>
            <a:pPr marL="0" indent="0">
              <a:buNone/>
            </a:pPr>
            <a:r>
              <a:rPr lang="en-US" sz="2200" dirty="0">
                <a:latin typeface="Arial" panose="020B0604020202020204" pitchFamily="34" charset="0"/>
                <a:cs typeface="Arial" panose="020B0604020202020204" pitchFamily="34" charset="0"/>
              </a:rPr>
              <a:t>Constraints can be column level or table level. Column level constraints apply to a column, and table level constraints apply to the whole table.</a:t>
            </a:r>
          </a:p>
          <a:p>
            <a:pPr marL="0" indent="0">
              <a:buNone/>
            </a:pPr>
            <a:endParaRPr lang="en-US" dirty="0"/>
          </a:p>
        </p:txBody>
      </p:sp>
    </p:spTree>
    <p:extLst>
      <p:ext uri="{BB962C8B-B14F-4D97-AF65-F5344CB8AC3E}">
        <p14:creationId xmlns:p14="http://schemas.microsoft.com/office/powerpoint/2010/main" val="42012220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B9AD6B-6FDF-997A-9D6A-185F6539386D}"/>
              </a:ext>
            </a:extLst>
          </p:cNvPr>
          <p:cNvSpPr>
            <a:spLocks noGrp="1"/>
          </p:cNvSpPr>
          <p:nvPr>
            <p:ph idx="1"/>
          </p:nvPr>
        </p:nvSpPr>
        <p:spPr>
          <a:xfrm>
            <a:off x="677333" y="433633"/>
            <a:ext cx="9842979" cy="5607729"/>
          </a:xfrm>
        </p:spPr>
        <p:txBody>
          <a:bodyPr>
            <a:normAutofit lnSpcReduction="10000"/>
          </a:bodyPr>
          <a:lstStyle/>
          <a:p>
            <a:pPr marL="0" indent="0">
              <a:buNone/>
            </a:pPr>
            <a:r>
              <a:rPr lang="en-US" sz="2200" dirty="0">
                <a:latin typeface="Arial" panose="020B0604020202020204" pitchFamily="34" charset="0"/>
                <a:cs typeface="Arial" panose="020B0604020202020204" pitchFamily="34" charset="0"/>
              </a:rPr>
              <a:t>The following constraints are commonly used in SQL:</a:t>
            </a:r>
          </a:p>
          <a:p>
            <a:pPr marL="0" indent="0">
              <a:buNone/>
            </a:pPr>
            <a:r>
              <a:rPr lang="en-US" sz="2200" b="1" dirty="0">
                <a:latin typeface="Arial" panose="020B0604020202020204" pitchFamily="34" charset="0"/>
                <a:cs typeface="Arial" panose="020B0604020202020204" pitchFamily="34" charset="0"/>
              </a:rPr>
              <a:t>NOT NULL </a:t>
            </a:r>
            <a:r>
              <a:rPr lang="en-US" sz="2200" dirty="0">
                <a:latin typeface="Arial" panose="020B0604020202020204" pitchFamily="34" charset="0"/>
                <a:cs typeface="Arial" panose="020B0604020202020204" pitchFamily="34" charset="0"/>
              </a:rPr>
              <a:t>- Ensures that a column cannot have a NULL value.</a:t>
            </a:r>
          </a:p>
          <a:p>
            <a:pPr marL="0" indent="0">
              <a:buNone/>
            </a:pPr>
            <a:r>
              <a:rPr lang="en-US" sz="2200" b="1" dirty="0">
                <a:latin typeface="Arial" panose="020B0604020202020204" pitchFamily="34" charset="0"/>
                <a:cs typeface="Arial" panose="020B0604020202020204" pitchFamily="34" charset="0"/>
              </a:rPr>
              <a:t>UNIQUE</a:t>
            </a:r>
            <a:r>
              <a:rPr lang="en-US" sz="2200" dirty="0">
                <a:latin typeface="Arial" panose="020B0604020202020204" pitchFamily="34" charset="0"/>
                <a:cs typeface="Arial" panose="020B0604020202020204" pitchFamily="34" charset="0"/>
              </a:rPr>
              <a:t> - Ensures that all values in a column are different.</a:t>
            </a:r>
          </a:p>
          <a:p>
            <a:pPr marL="0" indent="0">
              <a:buNone/>
            </a:pPr>
            <a:r>
              <a:rPr lang="en-US" sz="2200" b="1" dirty="0">
                <a:latin typeface="Arial" panose="020B0604020202020204" pitchFamily="34" charset="0"/>
                <a:cs typeface="Arial" panose="020B0604020202020204" pitchFamily="34" charset="0"/>
              </a:rPr>
              <a:t>PRIMARY KEY </a:t>
            </a:r>
            <a:r>
              <a:rPr lang="en-US" sz="2200" dirty="0">
                <a:latin typeface="Arial" panose="020B0604020202020204" pitchFamily="34" charset="0"/>
                <a:cs typeface="Arial" panose="020B0604020202020204" pitchFamily="34" charset="0"/>
              </a:rPr>
              <a:t>- A combination of a </a:t>
            </a:r>
            <a:r>
              <a:rPr lang="en-US" sz="2200" b="1" dirty="0">
                <a:latin typeface="Arial" panose="020B0604020202020204" pitchFamily="34" charset="0"/>
                <a:cs typeface="Arial" panose="020B0604020202020204" pitchFamily="34" charset="0"/>
              </a:rPr>
              <a:t>NOT NULL </a:t>
            </a:r>
            <a:r>
              <a:rPr lang="en-US" sz="2200" dirty="0">
                <a:latin typeface="Arial" panose="020B0604020202020204" pitchFamily="34" charset="0"/>
                <a:cs typeface="Arial" panose="020B0604020202020204" pitchFamily="34" charset="0"/>
              </a:rPr>
              <a:t>and </a:t>
            </a:r>
            <a:r>
              <a:rPr lang="en-US" sz="2200" b="1" dirty="0">
                <a:latin typeface="Arial" panose="020B0604020202020204" pitchFamily="34" charset="0"/>
                <a:cs typeface="Arial" panose="020B0604020202020204" pitchFamily="34" charset="0"/>
              </a:rPr>
              <a:t>UNIQUE</a:t>
            </a:r>
            <a:r>
              <a:rPr lang="en-US" sz="2200" dirty="0">
                <a:latin typeface="Arial" panose="020B0604020202020204" pitchFamily="34" charset="0"/>
                <a:cs typeface="Arial" panose="020B0604020202020204" pitchFamily="34" charset="0"/>
              </a:rPr>
              <a:t>. Uniquely identifies each row in a table.</a:t>
            </a:r>
          </a:p>
          <a:p>
            <a:pPr marL="0" indent="0">
              <a:buNone/>
            </a:pPr>
            <a:r>
              <a:rPr lang="en-US" sz="2200" b="1" dirty="0">
                <a:latin typeface="Arial" panose="020B0604020202020204" pitchFamily="34" charset="0"/>
                <a:cs typeface="Arial" panose="020B0604020202020204" pitchFamily="34" charset="0"/>
              </a:rPr>
              <a:t>FOREIGN KEY </a:t>
            </a:r>
            <a:r>
              <a:rPr lang="en-US" sz="2200" dirty="0">
                <a:latin typeface="Arial" panose="020B0604020202020204" pitchFamily="34" charset="0"/>
                <a:cs typeface="Arial" panose="020B0604020202020204" pitchFamily="34" charset="0"/>
              </a:rPr>
              <a:t>- Prevents actions that would destroy links between tables.</a:t>
            </a:r>
          </a:p>
          <a:p>
            <a:pPr marL="0" indent="0">
              <a:buNone/>
            </a:pPr>
            <a:r>
              <a:rPr lang="en-US" sz="2200" b="1" dirty="0">
                <a:latin typeface="Arial" panose="020B0604020202020204" pitchFamily="34" charset="0"/>
                <a:cs typeface="Arial" panose="020B0604020202020204" pitchFamily="34" charset="0"/>
              </a:rPr>
              <a:t>CHECK</a:t>
            </a:r>
            <a:r>
              <a:rPr lang="en-US" sz="2200" dirty="0">
                <a:latin typeface="Arial" panose="020B0604020202020204" pitchFamily="34" charset="0"/>
                <a:cs typeface="Arial" panose="020B0604020202020204" pitchFamily="34" charset="0"/>
              </a:rPr>
              <a:t> - Ensures that the values in a column satisfies a specific condition.</a:t>
            </a:r>
          </a:p>
          <a:p>
            <a:pPr marL="0" indent="0">
              <a:buNone/>
            </a:pPr>
            <a:r>
              <a:rPr lang="en-US" sz="2200" b="1" dirty="0">
                <a:latin typeface="Arial" panose="020B0604020202020204" pitchFamily="34" charset="0"/>
                <a:cs typeface="Arial" panose="020B0604020202020204" pitchFamily="34" charset="0"/>
              </a:rPr>
              <a:t>DEFAULT</a:t>
            </a:r>
            <a:r>
              <a:rPr lang="en-US" sz="2200" dirty="0">
                <a:latin typeface="Arial" panose="020B0604020202020204" pitchFamily="34" charset="0"/>
                <a:cs typeface="Arial" panose="020B0604020202020204" pitchFamily="34" charset="0"/>
              </a:rPr>
              <a:t> - Sets a default value for a column if no value is specified.</a:t>
            </a:r>
          </a:p>
          <a:p>
            <a:pPr marL="0" indent="0">
              <a:buNone/>
            </a:pPr>
            <a:r>
              <a:rPr lang="en-US" sz="2200" b="1" dirty="0">
                <a:latin typeface="Arial" panose="020B0604020202020204" pitchFamily="34" charset="0"/>
                <a:cs typeface="Arial" panose="020B0604020202020204" pitchFamily="34" charset="0"/>
              </a:rPr>
              <a:t>CREATE INDEX </a:t>
            </a:r>
            <a:r>
              <a:rPr lang="en-US" sz="2200" dirty="0">
                <a:latin typeface="Arial" panose="020B0604020202020204" pitchFamily="34" charset="0"/>
                <a:cs typeface="Arial" panose="020B0604020202020204" pitchFamily="34" charset="0"/>
              </a:rPr>
              <a:t>- Used to create and retrieve data from the database very quickly.</a:t>
            </a:r>
          </a:p>
          <a:p>
            <a:pPr marL="0" indent="0">
              <a:buNone/>
            </a:pPr>
            <a:r>
              <a:rPr lang="en-US" sz="2200" b="1" dirty="0">
                <a:latin typeface="Arial" panose="020B0604020202020204" pitchFamily="34" charset="0"/>
                <a:cs typeface="Arial" panose="020B0604020202020204" pitchFamily="34" charset="0"/>
              </a:rPr>
              <a:t>AUTO INCREMENT </a:t>
            </a:r>
            <a:r>
              <a:rPr lang="en-US" sz="2200" dirty="0">
                <a:latin typeface="Arial" panose="020B0604020202020204" pitchFamily="34" charset="0"/>
                <a:cs typeface="Arial" panose="020B0604020202020204" pitchFamily="34" charset="0"/>
              </a:rPr>
              <a:t>- allows a unique number to be generated automatically when a new record is inserted into a table. Often this is the primary key field that we would like to be created automatically every time a new record is inserted.</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739128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AC80B-9B34-2DE0-E0E7-C56244964FD8}"/>
              </a:ext>
            </a:extLst>
          </p:cNvPr>
          <p:cNvSpPr>
            <a:spLocks noGrp="1"/>
          </p:cNvSpPr>
          <p:nvPr>
            <p:ph type="title"/>
          </p:nvPr>
        </p:nvSpPr>
        <p:spPr>
          <a:xfrm>
            <a:off x="677334" y="414427"/>
            <a:ext cx="8596668" cy="804421"/>
          </a:xfrm>
        </p:spPr>
        <p:txBody>
          <a:bodyPr/>
          <a:lstStyle/>
          <a:p>
            <a:r>
              <a:rPr lang="en-US" b="1" dirty="0">
                <a:solidFill>
                  <a:schemeClr val="tx1"/>
                </a:solidFill>
                <a:latin typeface="Arial Black" panose="020B0A04020102020204" pitchFamily="34" charset="0"/>
              </a:rPr>
              <a:t>               SQL Dates</a:t>
            </a:r>
          </a:p>
        </p:txBody>
      </p:sp>
      <p:sp>
        <p:nvSpPr>
          <p:cNvPr id="3" name="Content Placeholder 2">
            <a:extLst>
              <a:ext uri="{FF2B5EF4-FFF2-40B4-BE49-F238E27FC236}">
                <a16:creationId xmlns:a16="http://schemas.microsoft.com/office/drawing/2014/main" id="{95D5DAE8-3DDE-972D-E134-BCE9AAE53E93}"/>
              </a:ext>
            </a:extLst>
          </p:cNvPr>
          <p:cNvSpPr>
            <a:spLocks noGrp="1"/>
          </p:cNvSpPr>
          <p:nvPr>
            <p:ph idx="1"/>
          </p:nvPr>
        </p:nvSpPr>
        <p:spPr>
          <a:xfrm>
            <a:off x="677334" y="1150071"/>
            <a:ext cx="9597882" cy="5293502"/>
          </a:xfrm>
        </p:spPr>
        <p:txBody>
          <a:bodyPr>
            <a:noAutofit/>
          </a:bodyPr>
          <a:lstStyle/>
          <a:p>
            <a:pPr marL="0" indent="0">
              <a:buNone/>
            </a:pPr>
            <a:r>
              <a:rPr lang="en-US" sz="2000" dirty="0">
                <a:latin typeface="Arial" panose="020B0604020202020204" pitchFamily="34" charset="0"/>
                <a:cs typeface="Arial" panose="020B0604020202020204" pitchFamily="34" charset="0"/>
              </a:rPr>
              <a:t>The most difficult part when working with dates is to be sure that the format of the date you are trying to insert, matches the format of the date column in the database. As long as your data contains only the date portion, your queries will work as expected. However, if a time portion is involved, it gets more complicated.</a:t>
            </a:r>
          </a:p>
          <a:p>
            <a:pPr marL="0" indent="0">
              <a:buNone/>
            </a:pPr>
            <a:r>
              <a:rPr lang="en-US" sz="2000" dirty="0">
                <a:latin typeface="Arial" panose="020B0604020202020204" pitchFamily="34" charset="0"/>
                <a:cs typeface="Arial" panose="020B0604020202020204" pitchFamily="34" charset="0"/>
              </a:rPr>
              <a:t>MySQL Date data types:</a:t>
            </a:r>
          </a:p>
          <a:p>
            <a:pPr marL="0" indent="0">
              <a:buNone/>
            </a:pPr>
            <a:r>
              <a:rPr lang="en-US" sz="2000" b="1" dirty="0">
                <a:latin typeface="Arial" panose="020B0604020202020204" pitchFamily="34" charset="0"/>
                <a:cs typeface="Arial" panose="020B0604020202020204" pitchFamily="34" charset="0"/>
              </a:rPr>
              <a:t>DATE</a:t>
            </a:r>
            <a:r>
              <a:rPr lang="en-US" sz="2000" dirty="0">
                <a:latin typeface="Arial" panose="020B0604020202020204" pitchFamily="34" charset="0"/>
                <a:cs typeface="Arial" panose="020B0604020202020204" pitchFamily="34" charset="0"/>
              </a:rPr>
              <a:t> - format YYYY-MM-DD</a:t>
            </a:r>
          </a:p>
          <a:p>
            <a:pPr marL="0" indent="0">
              <a:buNone/>
            </a:pPr>
            <a:r>
              <a:rPr lang="en-US" sz="2000" b="1" dirty="0">
                <a:latin typeface="Arial" panose="020B0604020202020204" pitchFamily="34" charset="0"/>
                <a:cs typeface="Arial" panose="020B0604020202020204" pitchFamily="34" charset="0"/>
              </a:rPr>
              <a:t>DATETIME</a:t>
            </a:r>
            <a:r>
              <a:rPr lang="en-US" sz="2000" dirty="0">
                <a:latin typeface="Arial" panose="020B0604020202020204" pitchFamily="34" charset="0"/>
                <a:cs typeface="Arial" panose="020B0604020202020204" pitchFamily="34" charset="0"/>
              </a:rPr>
              <a:t> - format: YYYY-MM-DD HH:MI:SS</a:t>
            </a:r>
          </a:p>
          <a:p>
            <a:pPr marL="0" indent="0">
              <a:buNone/>
            </a:pPr>
            <a:r>
              <a:rPr lang="en-US" sz="2000" b="1" dirty="0">
                <a:latin typeface="Arial" panose="020B0604020202020204" pitchFamily="34" charset="0"/>
                <a:cs typeface="Arial" panose="020B0604020202020204" pitchFamily="34" charset="0"/>
              </a:rPr>
              <a:t>TIMESTAMP</a:t>
            </a:r>
            <a:r>
              <a:rPr lang="en-US" sz="2000" dirty="0">
                <a:latin typeface="Arial" panose="020B0604020202020204" pitchFamily="34" charset="0"/>
                <a:cs typeface="Arial" panose="020B0604020202020204" pitchFamily="34" charset="0"/>
              </a:rPr>
              <a:t> - format: YYYY-MM-DD HH:MI:SS</a:t>
            </a:r>
          </a:p>
          <a:p>
            <a:pPr marL="0" indent="0">
              <a:buNone/>
            </a:pPr>
            <a:r>
              <a:rPr lang="en-US" sz="2000" b="1" dirty="0">
                <a:latin typeface="Arial" panose="020B0604020202020204" pitchFamily="34" charset="0"/>
                <a:cs typeface="Arial" panose="020B0604020202020204" pitchFamily="34" charset="0"/>
              </a:rPr>
              <a:t>YEAR</a:t>
            </a:r>
            <a:r>
              <a:rPr lang="en-US" sz="2000" dirty="0">
                <a:latin typeface="Arial" panose="020B0604020202020204" pitchFamily="34" charset="0"/>
                <a:cs typeface="Arial" panose="020B0604020202020204" pitchFamily="34" charset="0"/>
              </a:rPr>
              <a:t> - format YYYY or YY</a:t>
            </a:r>
          </a:p>
          <a:p>
            <a:pPr marL="0" indent="0">
              <a:buNone/>
            </a:pPr>
            <a:r>
              <a:rPr lang="en-US" sz="2000" dirty="0">
                <a:latin typeface="Arial" panose="020B0604020202020204" pitchFamily="34" charset="0"/>
                <a:cs typeface="Arial" panose="020B0604020202020204" pitchFamily="34" charset="0"/>
              </a:rPr>
              <a:t>The date types are chosen for a column when you create a new table in your database. Two dates can easily be compared if there is no time component involved. To keep your queries simple and easy to maintain, do not use time-components in your dates, unless you have to.</a:t>
            </a:r>
          </a:p>
        </p:txBody>
      </p:sp>
    </p:spTree>
    <p:extLst>
      <p:ext uri="{BB962C8B-B14F-4D97-AF65-F5344CB8AC3E}">
        <p14:creationId xmlns:p14="http://schemas.microsoft.com/office/powerpoint/2010/main" val="1574286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51FD-7181-0237-374B-3B66CB19AD14}"/>
              </a:ext>
            </a:extLst>
          </p:cNvPr>
          <p:cNvSpPr>
            <a:spLocks noGrp="1"/>
          </p:cNvSpPr>
          <p:nvPr>
            <p:ph type="title"/>
          </p:nvPr>
        </p:nvSpPr>
        <p:spPr>
          <a:xfrm>
            <a:off x="677333" y="279662"/>
            <a:ext cx="8596668" cy="578177"/>
          </a:xfrm>
        </p:spPr>
        <p:txBody>
          <a:bodyPr>
            <a:normAutofit fontScale="90000"/>
          </a:bodyPr>
          <a:lstStyle/>
          <a:p>
            <a:r>
              <a:rPr lang="en-US" b="1" dirty="0">
                <a:solidFill>
                  <a:schemeClr val="tx1"/>
                </a:solidFill>
                <a:latin typeface="Arial Black" panose="020B0A04020102020204" pitchFamily="34" charset="0"/>
              </a:rPr>
              <a:t>                   SQL VIEWS</a:t>
            </a:r>
          </a:p>
        </p:txBody>
      </p:sp>
      <p:sp>
        <p:nvSpPr>
          <p:cNvPr id="3" name="Content Placeholder 2">
            <a:extLst>
              <a:ext uri="{FF2B5EF4-FFF2-40B4-BE49-F238E27FC236}">
                <a16:creationId xmlns:a16="http://schemas.microsoft.com/office/drawing/2014/main" id="{294298C8-FA7C-39F8-E434-687F3B5A4C8E}"/>
              </a:ext>
            </a:extLst>
          </p:cNvPr>
          <p:cNvSpPr>
            <a:spLocks noGrp="1"/>
          </p:cNvSpPr>
          <p:nvPr>
            <p:ph idx="1"/>
          </p:nvPr>
        </p:nvSpPr>
        <p:spPr>
          <a:xfrm>
            <a:off x="461913" y="980387"/>
            <a:ext cx="10454326" cy="5429839"/>
          </a:xfrm>
        </p:spPr>
        <p:txBody>
          <a:bodyPr>
            <a:normAutofit fontScale="92500" lnSpcReduction="20000"/>
          </a:bodyPr>
          <a:lstStyle/>
          <a:p>
            <a:pPr marL="0" indent="0">
              <a:buNone/>
            </a:pPr>
            <a:r>
              <a:rPr lang="en-US" dirty="0">
                <a:latin typeface="Arial" panose="020B0604020202020204" pitchFamily="34" charset="0"/>
                <a:cs typeface="Arial" panose="020B0604020202020204" pitchFamily="34" charset="0"/>
              </a:rPr>
              <a:t>In SQL, a view is a virtual table based on the result-set of an SQL statement.</a:t>
            </a:r>
          </a:p>
          <a:p>
            <a:pPr marL="0" indent="0">
              <a:buNone/>
            </a:pPr>
            <a:r>
              <a:rPr lang="en-US" dirty="0">
                <a:latin typeface="Arial" panose="020B0604020202020204" pitchFamily="34" charset="0"/>
                <a:cs typeface="Arial" panose="020B0604020202020204" pitchFamily="34" charset="0"/>
              </a:rPr>
              <a:t>A view contains rows and columns, just like a real table. The fields in a view are fields from one or more real tables in the database. You can add SQL statements and functions to a view and present the data as if the data were coming from one single table.</a:t>
            </a:r>
          </a:p>
          <a:p>
            <a:pPr marL="0" indent="0">
              <a:buNone/>
            </a:pPr>
            <a:r>
              <a:rPr lang="en-US" dirty="0">
                <a:latin typeface="Arial" panose="020B0604020202020204" pitchFamily="34" charset="0"/>
                <a:cs typeface="Arial" panose="020B0604020202020204" pitchFamily="34" charset="0"/>
              </a:rPr>
              <a:t>A view is created using the </a:t>
            </a:r>
            <a:r>
              <a:rPr lang="en-US" b="1" dirty="0">
                <a:latin typeface="Arial" panose="020B0604020202020204" pitchFamily="34" charset="0"/>
                <a:cs typeface="Arial" panose="020B0604020202020204" pitchFamily="34" charset="0"/>
              </a:rPr>
              <a:t>CREATE VIEW</a:t>
            </a:r>
            <a:r>
              <a:rPr lang="en-US" dirty="0">
                <a:latin typeface="Arial" panose="020B0604020202020204" pitchFamily="34" charset="0"/>
                <a:cs typeface="Arial" panose="020B0604020202020204" pitchFamily="34" charset="0"/>
              </a:rPr>
              <a:t> statement.</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CREATE VIEW </a:t>
            </a:r>
            <a:r>
              <a:rPr lang="en-US" sz="1400" i="1" dirty="0" err="1">
                <a:latin typeface="Arial" panose="020B0604020202020204" pitchFamily="34" charset="0"/>
                <a:cs typeface="Arial" panose="020B0604020202020204" pitchFamily="34" charset="0"/>
              </a:rPr>
              <a:t>view_name</a:t>
            </a:r>
            <a:r>
              <a:rPr lang="en-US" sz="1400" i="1" dirty="0">
                <a:latin typeface="Arial" panose="020B0604020202020204" pitchFamily="34" charset="0"/>
                <a:cs typeface="Arial" panose="020B0604020202020204" pitchFamily="34" charset="0"/>
              </a:rPr>
              <a:t> AS</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SELECT column1, column2, ...</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WHERE condition;</a:t>
            </a:r>
          </a:p>
          <a:p>
            <a:pPr marL="0" indent="0">
              <a:buNone/>
            </a:pPr>
            <a:r>
              <a:rPr lang="en-US" b="1" dirty="0">
                <a:latin typeface="Arial" panose="020B0604020202020204" pitchFamily="34" charset="0"/>
                <a:cs typeface="Arial" panose="020B0604020202020204" pitchFamily="34" charset="0"/>
              </a:rPr>
              <a:t>Note:</a:t>
            </a:r>
            <a:r>
              <a:rPr lang="en-US" dirty="0">
                <a:latin typeface="Arial" panose="020B0604020202020204" pitchFamily="34" charset="0"/>
                <a:cs typeface="Arial" panose="020B0604020202020204" pitchFamily="34" charset="0"/>
              </a:rPr>
              <a:t> A view always shows up-to-date data! The database engine recreates the view, every time a user queries it.</a:t>
            </a:r>
          </a:p>
          <a:p>
            <a:pPr marL="0" indent="0">
              <a:buNone/>
            </a:pPr>
            <a:r>
              <a:rPr lang="en-US" dirty="0">
                <a:latin typeface="Arial" panose="020B0604020202020204" pitchFamily="34" charset="0"/>
                <a:cs typeface="Arial" panose="020B0604020202020204" pitchFamily="34" charset="0"/>
              </a:rPr>
              <a:t>A view can be updated with the </a:t>
            </a:r>
            <a:r>
              <a:rPr lang="en-US" b="1" dirty="0">
                <a:latin typeface="Arial" panose="020B0604020202020204" pitchFamily="34" charset="0"/>
                <a:cs typeface="Arial" panose="020B0604020202020204" pitchFamily="34" charset="0"/>
              </a:rPr>
              <a:t>CREATE OR REPLACE VIEW </a:t>
            </a:r>
            <a:r>
              <a:rPr lang="en-US" dirty="0">
                <a:latin typeface="Arial" panose="020B0604020202020204" pitchFamily="34" charset="0"/>
                <a:cs typeface="Arial" panose="020B0604020202020204" pitchFamily="34" charset="0"/>
              </a:rPr>
              <a:t>statement.</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CREATE OR REPLACE VIEW </a:t>
            </a:r>
            <a:r>
              <a:rPr lang="en-US" sz="1400" i="1" dirty="0" err="1">
                <a:latin typeface="Arial" panose="020B0604020202020204" pitchFamily="34" charset="0"/>
                <a:cs typeface="Arial" panose="020B0604020202020204" pitchFamily="34" charset="0"/>
              </a:rPr>
              <a:t>view_name</a:t>
            </a:r>
            <a:r>
              <a:rPr lang="en-US" sz="1400" i="1" dirty="0">
                <a:latin typeface="Arial" panose="020B0604020202020204" pitchFamily="34" charset="0"/>
                <a:cs typeface="Arial" panose="020B0604020202020204" pitchFamily="34" charset="0"/>
              </a:rPr>
              <a:t> AS</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SELECT column1, column2, ...</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FROM </a:t>
            </a:r>
            <a:r>
              <a:rPr lang="en-US" sz="1400" i="1" dirty="0" err="1">
                <a:latin typeface="Arial" panose="020B0604020202020204" pitchFamily="34" charset="0"/>
                <a:cs typeface="Arial" panose="020B0604020202020204" pitchFamily="34" charset="0"/>
              </a:rPr>
              <a:t>table_name</a:t>
            </a:r>
            <a:br>
              <a:rPr lang="en-US" sz="1400" i="1" dirty="0">
                <a:latin typeface="Arial" panose="020B0604020202020204" pitchFamily="34" charset="0"/>
                <a:cs typeface="Arial" panose="020B0604020202020204" pitchFamily="34" charset="0"/>
              </a:rPr>
            </a:br>
            <a:r>
              <a:rPr lang="en-US" sz="1400" i="1" dirty="0">
                <a:latin typeface="Arial" panose="020B0604020202020204" pitchFamily="34" charset="0"/>
                <a:cs typeface="Arial" panose="020B0604020202020204" pitchFamily="34" charset="0"/>
              </a:rPr>
              <a:t>WHERE condition;</a:t>
            </a:r>
          </a:p>
          <a:p>
            <a:pPr marL="0" indent="0">
              <a:buNone/>
            </a:pPr>
            <a:r>
              <a:rPr lang="en-US" dirty="0">
                <a:latin typeface="Arial" panose="020B0604020202020204" pitchFamily="34" charset="0"/>
                <a:cs typeface="Arial" panose="020B0604020202020204" pitchFamily="34" charset="0"/>
              </a:rPr>
              <a:t>A view is deleted with the </a:t>
            </a:r>
            <a:r>
              <a:rPr lang="en-US" b="1" dirty="0">
                <a:latin typeface="Arial" panose="020B0604020202020204" pitchFamily="34" charset="0"/>
                <a:cs typeface="Arial" panose="020B0604020202020204" pitchFamily="34" charset="0"/>
              </a:rPr>
              <a:t>DROP VIEW </a:t>
            </a:r>
            <a:r>
              <a:rPr lang="en-US" dirty="0">
                <a:latin typeface="Arial" panose="020B0604020202020204" pitchFamily="34" charset="0"/>
                <a:cs typeface="Arial" panose="020B0604020202020204" pitchFamily="34" charset="0"/>
              </a:rPr>
              <a:t>statement.</a:t>
            </a:r>
          </a:p>
          <a:p>
            <a:pPr marL="0" indent="0">
              <a:buNone/>
            </a:pPr>
            <a:r>
              <a:rPr lang="en-US" b="1" dirty="0">
                <a:latin typeface="Arial" panose="020B0604020202020204" pitchFamily="34" charset="0"/>
                <a:cs typeface="Arial" panose="020B0604020202020204" pitchFamily="34" charset="0"/>
              </a:rPr>
              <a:t>Syntax:</a:t>
            </a:r>
          </a:p>
          <a:p>
            <a:pPr marL="0" indent="0">
              <a:buNone/>
            </a:pPr>
            <a:r>
              <a:rPr lang="en-US" sz="1400" i="1" dirty="0">
                <a:latin typeface="Arial" panose="020B0604020202020204" pitchFamily="34" charset="0"/>
                <a:cs typeface="Arial" panose="020B0604020202020204" pitchFamily="34" charset="0"/>
              </a:rPr>
              <a:t>DROP VIEW </a:t>
            </a:r>
            <a:r>
              <a:rPr lang="en-US" sz="1400" i="1" dirty="0" err="1">
                <a:latin typeface="Arial" panose="020B0604020202020204" pitchFamily="34" charset="0"/>
                <a:cs typeface="Arial" panose="020B0604020202020204" pitchFamily="34" charset="0"/>
              </a:rPr>
              <a:t>view_name</a:t>
            </a:r>
            <a:r>
              <a:rPr lang="en-US" sz="1400" i="1" dirty="0">
                <a:latin typeface="Arial" panose="020B0604020202020204" pitchFamily="34" charset="0"/>
                <a:cs typeface="Arial" panose="020B0604020202020204" pitchFamily="34" charset="0"/>
              </a:rPr>
              <a:t>;</a:t>
            </a:r>
          </a:p>
          <a:p>
            <a:pPr marL="0" indent="0">
              <a:buNone/>
            </a:pPr>
            <a:endParaRPr lang="en-US" dirty="0"/>
          </a:p>
        </p:txBody>
      </p:sp>
    </p:spTree>
    <p:extLst>
      <p:ext uri="{BB962C8B-B14F-4D97-AF65-F5344CB8AC3E}">
        <p14:creationId xmlns:p14="http://schemas.microsoft.com/office/powerpoint/2010/main" val="730206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51D3C-8F33-E380-9B54-6C019510BC79}"/>
              </a:ext>
            </a:extLst>
          </p:cNvPr>
          <p:cNvSpPr>
            <a:spLocks noGrp="1"/>
          </p:cNvSpPr>
          <p:nvPr>
            <p:ph type="title"/>
          </p:nvPr>
        </p:nvSpPr>
        <p:spPr>
          <a:xfrm>
            <a:off x="677334" y="348793"/>
            <a:ext cx="8596668" cy="575034"/>
          </a:xfrm>
        </p:spPr>
        <p:txBody>
          <a:bodyPr>
            <a:normAutofit fontScale="90000"/>
          </a:bodyPr>
          <a:lstStyle/>
          <a:p>
            <a:r>
              <a:rPr lang="en-US" b="1" dirty="0">
                <a:solidFill>
                  <a:schemeClr val="tx1"/>
                </a:solidFill>
                <a:latin typeface="Arial Black" panose="020B0A04020102020204" pitchFamily="34" charset="0"/>
              </a:rPr>
              <a:t>             SQL INJECTION</a:t>
            </a:r>
          </a:p>
        </p:txBody>
      </p:sp>
      <p:sp>
        <p:nvSpPr>
          <p:cNvPr id="3" name="Content Placeholder 2">
            <a:extLst>
              <a:ext uri="{FF2B5EF4-FFF2-40B4-BE49-F238E27FC236}">
                <a16:creationId xmlns:a16="http://schemas.microsoft.com/office/drawing/2014/main" id="{FCC915FB-3CB3-63F2-14A2-4C2906521591}"/>
              </a:ext>
            </a:extLst>
          </p:cNvPr>
          <p:cNvSpPr>
            <a:spLocks noGrp="1"/>
          </p:cNvSpPr>
          <p:nvPr>
            <p:ph idx="1"/>
          </p:nvPr>
        </p:nvSpPr>
        <p:spPr>
          <a:xfrm>
            <a:off x="677334" y="1008669"/>
            <a:ext cx="10436868" cy="5500538"/>
          </a:xfrm>
        </p:spPr>
        <p:txBody>
          <a:bodyPr>
            <a:normAutofit fontScale="85000" lnSpcReduction="20000"/>
          </a:bodyPr>
          <a:lstStyle/>
          <a:p>
            <a:pPr marL="0" indent="0">
              <a:buNone/>
            </a:pPr>
            <a:r>
              <a:rPr lang="en-US" dirty="0">
                <a:latin typeface="Arial" panose="020B0604020202020204" pitchFamily="34" charset="0"/>
                <a:cs typeface="Arial" panose="020B0604020202020204" pitchFamily="34" charset="0"/>
              </a:rPr>
              <a:t>SQL injection is a code injection technique that might destroy your database.</a:t>
            </a:r>
          </a:p>
          <a:p>
            <a:pPr marL="0" indent="0">
              <a:buNone/>
            </a:pPr>
            <a:r>
              <a:rPr lang="en-US" dirty="0">
                <a:latin typeface="Arial" panose="020B0604020202020204" pitchFamily="34" charset="0"/>
                <a:cs typeface="Arial" panose="020B0604020202020204" pitchFamily="34" charset="0"/>
              </a:rPr>
              <a:t>SQL injection is one of the most common web hacking techniques.</a:t>
            </a:r>
          </a:p>
          <a:p>
            <a:pPr marL="0" indent="0">
              <a:buNone/>
            </a:pPr>
            <a:r>
              <a:rPr lang="en-US" dirty="0">
                <a:latin typeface="Arial" panose="020B0604020202020204" pitchFamily="34" charset="0"/>
                <a:cs typeface="Arial" panose="020B0604020202020204" pitchFamily="34" charset="0"/>
              </a:rPr>
              <a:t>SQL injection is the placement of malicious code in SQL statements, via web page input.</a:t>
            </a:r>
          </a:p>
          <a:p>
            <a:pPr marL="0" indent="0">
              <a:buNone/>
            </a:pPr>
            <a:r>
              <a:rPr lang="en-US" b="1" dirty="0">
                <a:latin typeface="Arial" panose="020B0604020202020204" pitchFamily="34" charset="0"/>
                <a:cs typeface="Arial" panose="020B0604020202020204" pitchFamily="34" charset="0"/>
              </a:rPr>
              <a:t>SQL in web pages</a:t>
            </a:r>
          </a:p>
          <a:p>
            <a:pPr marL="0" indent="0">
              <a:buNone/>
            </a:pPr>
            <a:r>
              <a:rPr lang="en-US" dirty="0">
                <a:latin typeface="Arial" panose="020B0604020202020204" pitchFamily="34" charset="0"/>
                <a:cs typeface="Arial" panose="020B0604020202020204" pitchFamily="34" charset="0"/>
              </a:rPr>
              <a:t>SQL injection usually occurs when you ask a user for input, like their username/</a:t>
            </a:r>
            <a:r>
              <a:rPr lang="en-US" dirty="0" err="1">
                <a:latin typeface="Arial" panose="020B0604020202020204" pitchFamily="34" charset="0"/>
                <a:cs typeface="Arial" panose="020B0604020202020204" pitchFamily="34" charset="0"/>
              </a:rPr>
              <a:t>userid</a:t>
            </a:r>
            <a:r>
              <a:rPr lang="en-US" dirty="0">
                <a:latin typeface="Arial" panose="020B0604020202020204" pitchFamily="34" charset="0"/>
                <a:cs typeface="Arial" panose="020B0604020202020204" pitchFamily="34" charset="0"/>
              </a:rPr>
              <a:t>, and instead of a name/id, the user gives you an SQL statement that you will </a:t>
            </a:r>
            <a:r>
              <a:rPr lang="en-US" b="1" dirty="0">
                <a:latin typeface="Arial" panose="020B0604020202020204" pitchFamily="34" charset="0"/>
                <a:cs typeface="Arial" panose="020B0604020202020204" pitchFamily="34" charset="0"/>
              </a:rPr>
              <a:t>unknowingly</a:t>
            </a:r>
            <a:r>
              <a:rPr lang="en-US" dirty="0">
                <a:latin typeface="Arial" panose="020B0604020202020204" pitchFamily="34" charset="0"/>
                <a:cs typeface="Arial" panose="020B0604020202020204" pitchFamily="34" charset="0"/>
              </a:rPr>
              <a:t> run on your database.</a:t>
            </a:r>
          </a:p>
          <a:p>
            <a:pPr marL="0" indent="0">
              <a:buNone/>
            </a:pPr>
            <a:r>
              <a:rPr lang="en-US" b="1" dirty="0">
                <a:latin typeface="Arial" panose="020B0604020202020204" pitchFamily="34" charset="0"/>
                <a:cs typeface="Arial" panose="020B0604020202020204" pitchFamily="34" charset="0"/>
              </a:rPr>
              <a:t>SQL Injection Based on 1=1 is Always True. </a:t>
            </a:r>
          </a:p>
          <a:p>
            <a:pPr marL="0" indent="0">
              <a:buNone/>
            </a:pPr>
            <a:r>
              <a:rPr lang="en-US" dirty="0">
                <a:latin typeface="Arial" panose="020B0604020202020204" pitchFamily="34" charset="0"/>
                <a:cs typeface="Arial" panose="020B0604020202020204" pitchFamily="34" charset="0"/>
              </a:rPr>
              <a:t>A hacker might get access to all the user names and passwords in a database, by simply inserting 105 OR 1=1 into the input field.</a:t>
            </a:r>
          </a:p>
          <a:p>
            <a:pPr marL="0" indent="0">
              <a:buNone/>
            </a:pPr>
            <a:r>
              <a:rPr lang="en-US" b="1" dirty="0">
                <a:latin typeface="Arial" panose="020B0604020202020204" pitchFamily="34" charset="0"/>
                <a:cs typeface="Arial" panose="020B0604020202020204" pitchFamily="34" charset="0"/>
              </a:rPr>
              <a:t>SQL Injection Based on ""="" is Always True</a:t>
            </a:r>
          </a:p>
          <a:p>
            <a:pPr marL="0" indent="0">
              <a:buNone/>
            </a:pPr>
            <a:r>
              <a:rPr lang="en-US" dirty="0">
                <a:latin typeface="Arial" panose="020B0604020202020204" pitchFamily="34" charset="0"/>
                <a:cs typeface="Arial" panose="020B0604020202020204" pitchFamily="34" charset="0"/>
              </a:rPr>
              <a:t>A hacker might get access to user names and passwords in a database by simply inserting " OR ""=" into the user name or password text box.</a:t>
            </a:r>
          </a:p>
          <a:p>
            <a:pPr marL="0" indent="0">
              <a:buNone/>
            </a:pPr>
            <a:r>
              <a:rPr lang="en-US" b="1" dirty="0">
                <a:latin typeface="Arial" panose="020B0604020202020204" pitchFamily="34" charset="0"/>
                <a:cs typeface="Arial" panose="020B0604020202020204" pitchFamily="34" charset="0"/>
              </a:rPr>
              <a:t>SQL Injection Based on Batched SQL Statements.</a:t>
            </a:r>
          </a:p>
          <a:p>
            <a:pPr marL="0" indent="0">
              <a:buNone/>
            </a:pPr>
            <a:r>
              <a:rPr lang="en-US" dirty="0">
                <a:latin typeface="Arial" panose="020B0604020202020204" pitchFamily="34" charset="0"/>
                <a:cs typeface="Arial" panose="020B0604020202020204" pitchFamily="34" charset="0"/>
              </a:rPr>
              <a:t>Most databases support batched SQL statement. A batch of SQL statements is a group of two or more SQL statements, separated by semicolons.</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To protect a web site from SQL injection, you can use SQL parameters. SQL parameters are values that are added to an SQL query at execution time, in a controlled manner.</a:t>
            </a:r>
          </a:p>
          <a:p>
            <a:pPr marL="0" indent="0">
              <a:buNone/>
            </a:pPr>
            <a:r>
              <a:rPr lang="en-US" dirty="0">
                <a:latin typeface="Arial" panose="020B0604020202020204" pitchFamily="34" charset="0"/>
                <a:cs typeface="Arial" panose="020B0604020202020204" pitchFamily="34" charset="0"/>
              </a:rPr>
              <a:t>parameters are represented in the SQL statement by a @ marker. The SQL engine checks each parameter to ensure that it is correct for its column and are treated literally, and not as part of the SQL to be executed.</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458232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D3802-7D0B-4427-0732-30E7DFA7C4FA}"/>
              </a:ext>
            </a:extLst>
          </p:cNvPr>
          <p:cNvSpPr>
            <a:spLocks noGrp="1"/>
          </p:cNvSpPr>
          <p:nvPr>
            <p:ph type="title"/>
          </p:nvPr>
        </p:nvSpPr>
        <p:spPr>
          <a:xfrm>
            <a:off x="677334" y="358219"/>
            <a:ext cx="8596668" cy="961533"/>
          </a:xfrm>
        </p:spPr>
        <p:txBody>
          <a:bodyPr>
            <a:normAutofit/>
          </a:bodyPr>
          <a:lstStyle/>
          <a:p>
            <a:r>
              <a:rPr lang="en-US" sz="4400" b="1" dirty="0">
                <a:solidFill>
                  <a:schemeClr val="tx1"/>
                </a:solidFill>
                <a:latin typeface="Arial Black" panose="020B0A04020102020204" pitchFamily="34" charset="0"/>
              </a:rPr>
              <a:t>             SQL Hosting</a:t>
            </a:r>
          </a:p>
        </p:txBody>
      </p:sp>
      <p:sp>
        <p:nvSpPr>
          <p:cNvPr id="3" name="Content Placeholder 2">
            <a:extLst>
              <a:ext uri="{FF2B5EF4-FFF2-40B4-BE49-F238E27FC236}">
                <a16:creationId xmlns:a16="http://schemas.microsoft.com/office/drawing/2014/main" id="{27CC6AD3-A02D-0DB9-D28E-DB5218308C7D}"/>
              </a:ext>
            </a:extLst>
          </p:cNvPr>
          <p:cNvSpPr>
            <a:spLocks noGrp="1"/>
          </p:cNvSpPr>
          <p:nvPr>
            <p:ph idx="1"/>
          </p:nvPr>
        </p:nvSpPr>
        <p:spPr>
          <a:xfrm>
            <a:off x="677333" y="1423447"/>
            <a:ext cx="10003235" cy="4476513"/>
          </a:xfrm>
        </p:spPr>
        <p:txBody>
          <a:bodyPr/>
          <a:lstStyle/>
          <a:p>
            <a:pPr marL="0" indent="0">
              <a:buNone/>
            </a:pPr>
            <a:r>
              <a:rPr lang="en-US" sz="2800" dirty="0">
                <a:latin typeface="Arial" panose="020B0604020202020204" pitchFamily="34" charset="0"/>
                <a:cs typeface="Arial" panose="020B0604020202020204" pitchFamily="34" charset="0"/>
              </a:rPr>
              <a:t>If you want your web site to be able to store and retrieve data from a database, your web server should have access to a database-system that uses the SQL language.</a:t>
            </a:r>
          </a:p>
          <a:p>
            <a:pPr marL="0" indent="0">
              <a:buNone/>
            </a:pPr>
            <a:r>
              <a:rPr lang="en-US" sz="2800" dirty="0">
                <a:latin typeface="Arial" panose="020B0604020202020204" pitchFamily="34" charset="0"/>
                <a:cs typeface="Arial" panose="020B0604020202020204" pitchFamily="34" charset="0"/>
              </a:rPr>
              <a:t>If your web server is hosted by an Internet Service Provider (ISP), you will have to look for SQL hosting plans.</a:t>
            </a:r>
          </a:p>
          <a:p>
            <a:pPr marL="0" indent="0">
              <a:buNone/>
            </a:pPr>
            <a:r>
              <a:rPr lang="en-US" sz="2800" dirty="0">
                <a:latin typeface="Arial" panose="020B0604020202020204" pitchFamily="34" charset="0"/>
                <a:cs typeface="Arial" panose="020B0604020202020204" pitchFamily="34" charset="0"/>
              </a:rPr>
              <a:t>The most common SQL hosting databases are MS SQL Server, Oracle, MySQL, and MS Access.</a:t>
            </a:r>
          </a:p>
          <a:p>
            <a:pPr marL="0" indent="0">
              <a:buNone/>
            </a:pPr>
            <a:endParaRPr lang="en-US" dirty="0"/>
          </a:p>
        </p:txBody>
      </p:sp>
    </p:spTree>
    <p:extLst>
      <p:ext uri="{BB962C8B-B14F-4D97-AF65-F5344CB8AC3E}">
        <p14:creationId xmlns:p14="http://schemas.microsoft.com/office/powerpoint/2010/main" val="24353675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411</TotalTime>
  <Words>5176</Words>
  <Application>Microsoft Office PowerPoint</Application>
  <PresentationFormat>Widescreen</PresentationFormat>
  <Paragraphs>416</Paragraphs>
  <Slides>46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Arial Black</vt:lpstr>
      <vt:lpstr>Trebuchet MS</vt:lpstr>
      <vt:lpstr>Wingdings</vt:lpstr>
      <vt:lpstr>Wingdings 3</vt:lpstr>
      <vt:lpstr>Facet</vt:lpstr>
      <vt:lpstr>PowerPoint Presentation</vt:lpstr>
      <vt:lpstr>PowerPoint Presentation</vt:lpstr>
      <vt:lpstr>                     RDBMS</vt:lpstr>
      <vt:lpstr>                    SQL Syntax</vt:lpstr>
      <vt:lpstr>PowerPoint Presentation</vt:lpstr>
      <vt:lpstr>PowerPoint Presentation</vt:lpstr>
      <vt:lpstr>           SQL WHERE clause</vt:lpstr>
      <vt:lpstr>       SQL ORDER BY Clause</vt:lpstr>
      <vt:lpstr>        SQL AND vs OR clause</vt:lpstr>
      <vt:lpstr>       SQL NOT operator</vt:lpstr>
      <vt:lpstr>         SQL INSERT INTO statement</vt:lpstr>
      <vt:lpstr>         SQL Null values</vt:lpstr>
      <vt:lpstr>           SQL UPDATE statement</vt:lpstr>
      <vt:lpstr>  SQL DELETE STATEMENT</vt:lpstr>
      <vt:lpstr>    SQL SELECT TOP clause</vt:lpstr>
      <vt:lpstr> SQL AGGREGATE FUNCTIONS</vt:lpstr>
      <vt:lpstr>        SQL LIKE OPERATOR</vt:lpstr>
      <vt:lpstr>      SQL Wildcard characters</vt:lpstr>
      <vt:lpstr>            SQL IN operator</vt:lpstr>
      <vt:lpstr>        SQL BETWEEN clause</vt:lpstr>
      <vt:lpstr>               SQL JOINS</vt:lpstr>
      <vt:lpstr>      SQL UNION operator</vt:lpstr>
      <vt:lpstr>        SQL GROUP BY clause</vt:lpstr>
      <vt:lpstr>      SQL HAVING, EXISTS clause</vt:lpstr>
      <vt:lpstr>       SQL ANY and ALL operators</vt:lpstr>
      <vt:lpstr>     SQL SELECT INTO satement</vt:lpstr>
      <vt:lpstr>   SQL SELECT INTO SELECT</vt:lpstr>
      <vt:lpstr>                 SQL CASE </vt:lpstr>
      <vt:lpstr>         SQL NULL FUNCTIONS</vt:lpstr>
      <vt:lpstr>SQL stored procedures</vt:lpstr>
      <vt:lpstr>           SQL Comments</vt:lpstr>
      <vt:lpstr>            SQL operators</vt:lpstr>
      <vt:lpstr>PowerPoint Presentation</vt:lpstr>
      <vt:lpstr>PowerPoint Presentation</vt:lpstr>
      <vt:lpstr>      SQL CREATE DATABASE</vt:lpstr>
      <vt:lpstr>SQL DROP DATABASE</vt:lpstr>
      <vt:lpstr>     SQL BACKUP DATABASE</vt:lpstr>
      <vt:lpstr>      SQL CREATE TABLE</vt:lpstr>
      <vt:lpstr>SQL DROP TABLE </vt:lpstr>
      <vt:lpstr>SQL ALTER TABLE</vt:lpstr>
      <vt:lpstr>SQL Constraints</vt:lpstr>
      <vt:lpstr>PowerPoint Presentation</vt:lpstr>
      <vt:lpstr>               SQL Dates</vt:lpstr>
      <vt:lpstr>                   SQL VIEWS</vt:lpstr>
      <vt:lpstr>             SQL INJECTION</vt:lpstr>
      <vt:lpstr>             SQL Hosting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Belyne Lissa</dc:creator>
  <cp:lastModifiedBy>Belyne Lissa</cp:lastModifiedBy>
  <cp:revision>1</cp:revision>
  <dcterms:created xsi:type="dcterms:W3CDTF">2025-07-23T13:37:46Z</dcterms:created>
  <dcterms:modified xsi:type="dcterms:W3CDTF">2025-07-30T13:54:16Z</dcterms:modified>
</cp:coreProperties>
</file>